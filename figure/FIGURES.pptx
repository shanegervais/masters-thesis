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4B823-9091-594F-87B2-4D821D50F95B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126E19-72BB-AF47-BE0E-D2A566FC28E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731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126E19-72BB-AF47-BE0E-D2A566FC28E4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7175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71D27-CF06-959B-CCD1-51428AC1E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904EF-1DBA-C500-0130-3790DB436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2F29-B423-15F8-7CB8-B9F1891A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CF77-6ABA-874C-80E0-4F20B077B08D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95DF8-6DE5-D44F-B6A0-D27B66C92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7F678-77E8-D158-1BF4-1FA556EB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C257-456A-A74D-8DDD-D126105EA7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022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3BFE-A8E4-5F6B-B752-1944EE34F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68A39-5293-2A02-3BCC-96EC660BA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69E1C-5BB7-621E-29A6-766A3063B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CF77-6ABA-874C-80E0-4F20B077B08D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24FF1-C66F-AF51-F9D7-E75285B0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0490B-7CD2-E797-F4FD-CD960CDA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C257-456A-A74D-8DDD-D126105EA7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455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9A3F4-DFC9-538C-CA3F-8CC7816E7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10774-791B-7609-6711-91AD2FC7F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26E2F-D853-32B2-7CC3-AAB06A7F2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CF77-6ABA-874C-80E0-4F20B077B08D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9D07A-B111-6608-7E37-17B81786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B312D-C889-4D5F-3794-8532B13E1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C257-456A-A74D-8DDD-D126105EA7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3566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AA3E0-85F9-C6F5-130D-D6D7974E5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D1A4C-40D7-BEFE-06DE-7DC51BB4B7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EAFDD-E5E1-AB46-3DB1-26FAA2060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7C21D-2D77-0217-851F-8C6C6278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CF77-6ABA-874C-80E0-4F20B077B08D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F4762-A2E4-9D36-5853-2AE239B7B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38563-01B7-3C39-5128-FD3F2B222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C257-456A-A74D-8DDD-D126105EA7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171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7265-EFC8-4651-4745-ED2955E96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DB8EB-ABFB-8386-E8FE-93422704B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8DB1D-7CD5-5743-8D86-A5146CF15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586412-7E15-946B-0FC9-BCAF19F9D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4AF4DE-9D74-9AE3-B119-47A32BAE9A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DEA8F9-AE5C-C91A-406A-E2BC6E1BA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CF77-6ABA-874C-80E0-4F20B077B08D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A7735C-B5F6-91B2-E8ED-6317BD59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D236AD-63FE-BC08-F7D3-B6AC91106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C257-456A-A74D-8DDD-D126105EA7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108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B48F8-F925-941E-578D-06E5491E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3B262-D198-0C2C-0D7C-0DBCFA4F8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CF77-6ABA-874C-80E0-4F20B077B08D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7AAE6-5D09-1AB0-9E78-57EDEB499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367CA-48E8-C9BA-6B8B-DDBDBE9B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C257-456A-A74D-8DDD-D126105EA7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051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08C850-25BA-7417-B4F1-E02E053A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CF77-6ABA-874C-80E0-4F20B077B08D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802D73-6D61-8839-6F16-68556A6D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3EC6C-F27B-B0F3-FD08-4B02DD112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C257-456A-A74D-8DDD-D126105EA7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1067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7ED20-85A4-37CB-96D4-50303D6A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35C9C-F1DB-CE16-CD05-C1CFF8E91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81F84-67A2-F556-62C9-28BD34EDA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B4588-3C1B-D42E-45FD-78F15D7AA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CF77-6ABA-874C-80E0-4F20B077B08D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AB990-FA33-67DC-43FA-4CE0F01B9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5FCC5-D465-D830-2EA9-3C6BC8A3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C257-456A-A74D-8DDD-D126105EA7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9238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93FA-FF96-AC9C-0E61-C753F0D46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E825A-5A26-18D5-593A-46AD8CE687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9EA6D-D711-9E59-A091-141E450C3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C1780-983E-A474-05E4-3A01742A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CF77-6ABA-874C-80E0-4F20B077B08D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F5846-133D-3862-4731-10174E11C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08C42-93D2-1BDD-D578-BDEC15AB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C257-456A-A74D-8DDD-D126105EA7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8492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BAEF7-EB39-E84E-171A-CFFB04E78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40B8C-896F-D501-E8F3-517C46BCE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55592-36CD-3C15-7054-960E37D80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CF77-6ABA-874C-80E0-4F20B077B08D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B2E47-4863-C0F3-40DC-E5D88A49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DD886-25F8-F75B-1CEB-3068DA5D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C257-456A-A74D-8DDD-D126105EA7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6478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C92059-3EF1-E51A-C473-80C552BFA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216FB-DF18-EF75-F9DF-0C9C95BE2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D3863-B3CF-1CD7-8BC6-D47C32B0C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CF77-6ABA-874C-80E0-4F20B077B08D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EAADD-5EBC-2952-B33C-410A5ACCF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ACD7A-BABF-F748-9C55-2DEE8A34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C257-456A-A74D-8DDD-D126105EA7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53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EEF0DC-50C0-1A61-286F-A8B27DE23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9E484-FAFE-E018-70AA-0EEE39E51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542F4-0B4A-DE98-6925-E1D0E3438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2CF77-6ABA-874C-80E0-4F20B077B08D}" type="datetimeFigureOut">
              <a:rPr lang="en-CA" smtClean="0"/>
              <a:t>2025-07-15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19624-BBCE-9F5E-64BC-C5C923734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EEFA6-E2A2-2455-43A4-02627982A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4C257-456A-A74D-8DDD-D126105EA7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357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0.png"/><Relationship Id="rId18" Type="http://schemas.openxmlformats.org/officeDocument/2006/relationships/image" Target="../media/image20.png"/><Relationship Id="rId3" Type="http://schemas.openxmlformats.org/officeDocument/2006/relationships/image" Target="../media/image12.svg"/><Relationship Id="rId21" Type="http://schemas.openxmlformats.org/officeDocument/2006/relationships/image" Target="../media/image23.png"/><Relationship Id="rId12" Type="http://schemas.openxmlformats.org/officeDocument/2006/relationships/image" Target="../media/image21.png"/><Relationship Id="rId17" Type="http://schemas.openxmlformats.org/officeDocument/2006/relationships/image" Target="../media/image17.svg"/><Relationship Id="rId2" Type="http://schemas.openxmlformats.org/officeDocument/2006/relationships/image" Target="../media/image11.png"/><Relationship Id="rId16" Type="http://schemas.openxmlformats.org/officeDocument/2006/relationships/image" Target="../media/image16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10.png"/><Relationship Id="rId15" Type="http://schemas.openxmlformats.org/officeDocument/2006/relationships/image" Target="../media/image15.svg"/><Relationship Id="rId23" Type="http://schemas.openxmlformats.org/officeDocument/2006/relationships/image" Target="../media/image25.png"/><Relationship Id="rId10" Type="http://schemas.openxmlformats.org/officeDocument/2006/relationships/image" Target="../media/image19.png"/><Relationship Id="rId19" Type="http://schemas.openxmlformats.org/officeDocument/2006/relationships/image" Target="../media/image21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14.png"/><Relationship Id="rId2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C03D41B-183A-916F-7101-4C6AF6AC8113}"/>
              </a:ext>
            </a:extLst>
          </p:cNvPr>
          <p:cNvSpPr/>
          <p:nvPr/>
        </p:nvSpPr>
        <p:spPr>
          <a:xfrm>
            <a:off x="880420" y="1606379"/>
            <a:ext cx="1112108" cy="108739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A37A762-90D1-6A18-DC8E-2D6C3A5C0504}"/>
              </a:ext>
            </a:extLst>
          </p:cNvPr>
          <p:cNvSpPr/>
          <p:nvPr/>
        </p:nvSpPr>
        <p:spPr>
          <a:xfrm>
            <a:off x="2252795" y="1618736"/>
            <a:ext cx="1112108" cy="108739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9AA1EC6-6F1C-F8A6-7BCD-A8A01A4818AF}"/>
              </a:ext>
            </a:extLst>
          </p:cNvPr>
          <p:cNvSpPr/>
          <p:nvPr/>
        </p:nvSpPr>
        <p:spPr>
          <a:xfrm>
            <a:off x="3616410" y="1618736"/>
            <a:ext cx="1112108" cy="108739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020F9D8-C0D2-6CCF-7119-B3083FE0D553}"/>
              </a:ext>
            </a:extLst>
          </p:cNvPr>
          <p:cNvSpPr/>
          <p:nvPr/>
        </p:nvSpPr>
        <p:spPr>
          <a:xfrm>
            <a:off x="880420" y="2885303"/>
            <a:ext cx="1112108" cy="108739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64B575-53F5-9B2B-0ECE-81875EC50EF6}"/>
              </a:ext>
            </a:extLst>
          </p:cNvPr>
          <p:cNvSpPr/>
          <p:nvPr/>
        </p:nvSpPr>
        <p:spPr>
          <a:xfrm>
            <a:off x="2252795" y="2885303"/>
            <a:ext cx="1112108" cy="108739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9D53A2B-F739-1217-EAD0-008C6AC67ED8}"/>
              </a:ext>
            </a:extLst>
          </p:cNvPr>
          <p:cNvSpPr/>
          <p:nvPr/>
        </p:nvSpPr>
        <p:spPr>
          <a:xfrm>
            <a:off x="3616410" y="2894056"/>
            <a:ext cx="1112108" cy="108739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18474AC-0E1A-4A1B-279A-43A980D7F1DC}"/>
              </a:ext>
            </a:extLst>
          </p:cNvPr>
          <p:cNvSpPr/>
          <p:nvPr/>
        </p:nvSpPr>
        <p:spPr>
          <a:xfrm>
            <a:off x="177114" y="698157"/>
            <a:ext cx="5288692" cy="437429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E38382-2A4E-4F0E-84CC-1A12D0A081AA}"/>
              </a:ext>
            </a:extLst>
          </p:cNvPr>
          <p:cNvSpPr/>
          <p:nvPr/>
        </p:nvSpPr>
        <p:spPr>
          <a:xfrm>
            <a:off x="1331441" y="2063579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0A0B536-543E-A404-68BC-74CB2A54A67F}"/>
              </a:ext>
            </a:extLst>
          </p:cNvPr>
          <p:cNvSpPr/>
          <p:nvPr/>
        </p:nvSpPr>
        <p:spPr>
          <a:xfrm>
            <a:off x="2399271" y="1804087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A0503E5-1C47-82D3-E1D3-5840B24A5B79}"/>
              </a:ext>
            </a:extLst>
          </p:cNvPr>
          <p:cNvSpPr/>
          <p:nvPr/>
        </p:nvSpPr>
        <p:spPr>
          <a:xfrm>
            <a:off x="3020712" y="2277762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D8F049-5ADB-98FE-EEFC-9312B8096848}"/>
              </a:ext>
            </a:extLst>
          </p:cNvPr>
          <p:cNvSpPr/>
          <p:nvPr/>
        </p:nvSpPr>
        <p:spPr>
          <a:xfrm>
            <a:off x="3751306" y="1804087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5C406D2-C2AB-9121-DA6A-C93D4E12DD74}"/>
              </a:ext>
            </a:extLst>
          </p:cNvPr>
          <p:cNvSpPr/>
          <p:nvPr/>
        </p:nvSpPr>
        <p:spPr>
          <a:xfrm>
            <a:off x="4067432" y="2051222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0730604-3670-1072-F5A3-843A8E0E43C4}"/>
              </a:ext>
            </a:extLst>
          </p:cNvPr>
          <p:cNvSpPr/>
          <p:nvPr/>
        </p:nvSpPr>
        <p:spPr>
          <a:xfrm>
            <a:off x="4387678" y="2277762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6E58432-7958-6D7A-F060-BC8E917382EE}"/>
              </a:ext>
            </a:extLst>
          </p:cNvPr>
          <p:cNvSpPr/>
          <p:nvPr/>
        </p:nvSpPr>
        <p:spPr>
          <a:xfrm>
            <a:off x="1031790" y="3045941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620C142-A7FC-646E-A39C-52832B1A0EE7}"/>
              </a:ext>
            </a:extLst>
          </p:cNvPr>
          <p:cNvSpPr/>
          <p:nvPr/>
        </p:nvSpPr>
        <p:spPr>
          <a:xfrm>
            <a:off x="1677430" y="3045941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FCF7A52-CE95-EF87-26E5-430EBB326971}"/>
              </a:ext>
            </a:extLst>
          </p:cNvPr>
          <p:cNvSpPr/>
          <p:nvPr/>
        </p:nvSpPr>
        <p:spPr>
          <a:xfrm>
            <a:off x="1031790" y="3583461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65B393C-9D88-0486-7AAE-DBB9C1256C67}"/>
              </a:ext>
            </a:extLst>
          </p:cNvPr>
          <p:cNvSpPr/>
          <p:nvPr/>
        </p:nvSpPr>
        <p:spPr>
          <a:xfrm>
            <a:off x="1677430" y="3575223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E4BEE87-90BE-39F0-92C6-A09EFEF1E36F}"/>
              </a:ext>
            </a:extLst>
          </p:cNvPr>
          <p:cNvSpPr/>
          <p:nvPr/>
        </p:nvSpPr>
        <p:spPr>
          <a:xfrm>
            <a:off x="2399271" y="3045941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EB65FFA-DC22-5107-98DD-F503A6D4325C}"/>
              </a:ext>
            </a:extLst>
          </p:cNvPr>
          <p:cNvSpPr/>
          <p:nvPr/>
        </p:nvSpPr>
        <p:spPr>
          <a:xfrm>
            <a:off x="3020712" y="3050060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E310C2F-F7F1-1E75-4C41-6D56B81C2B9C}"/>
              </a:ext>
            </a:extLst>
          </p:cNvPr>
          <p:cNvSpPr/>
          <p:nvPr/>
        </p:nvSpPr>
        <p:spPr>
          <a:xfrm>
            <a:off x="3020712" y="3583461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4ED021D-3779-3D09-91B0-18629D671428}"/>
              </a:ext>
            </a:extLst>
          </p:cNvPr>
          <p:cNvSpPr/>
          <p:nvPr/>
        </p:nvSpPr>
        <p:spPr>
          <a:xfrm>
            <a:off x="2403904" y="3583461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6152E5B-6D12-09CC-A072-08D771B4F2AC}"/>
              </a:ext>
            </a:extLst>
          </p:cNvPr>
          <p:cNvSpPr/>
          <p:nvPr/>
        </p:nvSpPr>
        <p:spPr>
          <a:xfrm>
            <a:off x="2716427" y="3330146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A61C997-8EC4-740A-BDD8-46E7819C2A21}"/>
              </a:ext>
            </a:extLst>
          </p:cNvPr>
          <p:cNvSpPr/>
          <p:nvPr/>
        </p:nvSpPr>
        <p:spPr>
          <a:xfrm>
            <a:off x="3751306" y="3045941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9757649-9CDA-073D-546D-D6204204D24F}"/>
              </a:ext>
            </a:extLst>
          </p:cNvPr>
          <p:cNvSpPr/>
          <p:nvPr/>
        </p:nvSpPr>
        <p:spPr>
          <a:xfrm>
            <a:off x="3751306" y="3338899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0B094E5-3970-C454-782D-C9961EB6DAF8}"/>
              </a:ext>
            </a:extLst>
          </p:cNvPr>
          <p:cNvSpPr/>
          <p:nvPr/>
        </p:nvSpPr>
        <p:spPr>
          <a:xfrm>
            <a:off x="3755425" y="3631858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D8D797-FF91-2444-A6E6-5E068DDC8E91}"/>
              </a:ext>
            </a:extLst>
          </p:cNvPr>
          <p:cNvSpPr/>
          <p:nvPr/>
        </p:nvSpPr>
        <p:spPr>
          <a:xfrm>
            <a:off x="4387674" y="3045941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EED9913-D275-6BE8-0801-6A952566D12A}"/>
              </a:ext>
            </a:extLst>
          </p:cNvPr>
          <p:cNvSpPr/>
          <p:nvPr/>
        </p:nvSpPr>
        <p:spPr>
          <a:xfrm>
            <a:off x="4387673" y="3338899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75A27C9-41D3-34B3-E135-97E4132F558B}"/>
              </a:ext>
            </a:extLst>
          </p:cNvPr>
          <p:cNvSpPr/>
          <p:nvPr/>
        </p:nvSpPr>
        <p:spPr>
          <a:xfrm>
            <a:off x="4387673" y="3626709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ADA1C0F4-512C-6FAB-322D-C67B093B45B0}"/>
              </a:ext>
            </a:extLst>
          </p:cNvPr>
          <p:cNvSpPr/>
          <p:nvPr/>
        </p:nvSpPr>
        <p:spPr>
          <a:xfrm>
            <a:off x="6856448" y="698157"/>
            <a:ext cx="5288692" cy="437429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BDE5973-6C2A-E277-ED49-EA4515F824BB}"/>
              </a:ext>
            </a:extLst>
          </p:cNvPr>
          <p:cNvSpPr/>
          <p:nvPr/>
        </p:nvSpPr>
        <p:spPr>
          <a:xfrm>
            <a:off x="8944740" y="2289550"/>
            <a:ext cx="1112108" cy="108739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86B4D80-2EAA-1A8F-C7BE-7A103A0FE4E1}"/>
              </a:ext>
            </a:extLst>
          </p:cNvPr>
          <p:cNvSpPr/>
          <p:nvPr/>
        </p:nvSpPr>
        <p:spPr>
          <a:xfrm>
            <a:off x="9091216" y="2450188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B49D1CB-AEBB-DE93-C5B8-B7525404F45D}"/>
              </a:ext>
            </a:extLst>
          </p:cNvPr>
          <p:cNvSpPr/>
          <p:nvPr/>
        </p:nvSpPr>
        <p:spPr>
          <a:xfrm>
            <a:off x="9712657" y="2454307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38E7870-0209-BD5C-DAF8-1F675225D3C2}"/>
              </a:ext>
            </a:extLst>
          </p:cNvPr>
          <p:cNvSpPr/>
          <p:nvPr/>
        </p:nvSpPr>
        <p:spPr>
          <a:xfrm>
            <a:off x="9712657" y="2987708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0055C42-5891-3B70-F552-D5E3D686E44A}"/>
              </a:ext>
            </a:extLst>
          </p:cNvPr>
          <p:cNvSpPr/>
          <p:nvPr/>
        </p:nvSpPr>
        <p:spPr>
          <a:xfrm>
            <a:off x="9095849" y="2987708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9F02018-AE68-E1B6-ADFF-E11E305E540D}"/>
              </a:ext>
            </a:extLst>
          </p:cNvPr>
          <p:cNvSpPr/>
          <p:nvPr/>
        </p:nvSpPr>
        <p:spPr>
          <a:xfrm>
            <a:off x="9408372" y="2734393"/>
            <a:ext cx="210065" cy="19770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18A3663-F2F9-C8C1-B3F8-13922B9F0B92}"/>
              </a:ext>
            </a:extLst>
          </p:cNvPr>
          <p:cNvCxnSpPr>
            <a:stCxn id="14" idx="3"/>
            <a:endCxn id="36" idx="1"/>
          </p:cNvCxnSpPr>
          <p:nvPr/>
        </p:nvCxnSpPr>
        <p:spPr>
          <a:xfrm>
            <a:off x="5465806" y="2885303"/>
            <a:ext cx="1390642" cy="0"/>
          </a:xfrm>
          <a:prstGeom prst="straightConnector1">
            <a:avLst/>
          </a:prstGeom>
          <a:ln w="666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A3DFFED-76FD-03F8-5A5F-5DD76EE729C6}"/>
              </a:ext>
            </a:extLst>
          </p:cNvPr>
          <p:cNvCxnSpPr/>
          <p:nvPr/>
        </p:nvCxnSpPr>
        <p:spPr>
          <a:xfrm flipV="1">
            <a:off x="1677430" y="2693773"/>
            <a:ext cx="0" cy="200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6A179C3-0056-F7B3-6574-8C1EBBF2286E}"/>
              </a:ext>
            </a:extLst>
          </p:cNvPr>
          <p:cNvCxnSpPr/>
          <p:nvPr/>
        </p:nvCxnSpPr>
        <p:spPr>
          <a:xfrm>
            <a:off x="1241855" y="2693773"/>
            <a:ext cx="0" cy="200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748D46-7D1C-335C-7F26-72B83A6373D7}"/>
              </a:ext>
            </a:extLst>
          </p:cNvPr>
          <p:cNvCxnSpPr/>
          <p:nvPr/>
        </p:nvCxnSpPr>
        <p:spPr>
          <a:xfrm>
            <a:off x="2609336" y="2704071"/>
            <a:ext cx="0" cy="1812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9132DDA-D762-C89E-16D8-9B63668712C6}"/>
              </a:ext>
            </a:extLst>
          </p:cNvPr>
          <p:cNvCxnSpPr/>
          <p:nvPr/>
        </p:nvCxnSpPr>
        <p:spPr>
          <a:xfrm flipV="1">
            <a:off x="3020712" y="2704071"/>
            <a:ext cx="0" cy="189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6EE26CC-878D-47CF-F814-B2C4573FF17B}"/>
              </a:ext>
            </a:extLst>
          </p:cNvPr>
          <p:cNvCxnSpPr/>
          <p:nvPr/>
        </p:nvCxnSpPr>
        <p:spPr>
          <a:xfrm>
            <a:off x="3961371" y="2704071"/>
            <a:ext cx="0" cy="189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DD098F4-4941-ECA2-648B-D6C79E7C8CC9}"/>
              </a:ext>
            </a:extLst>
          </p:cNvPr>
          <p:cNvCxnSpPr/>
          <p:nvPr/>
        </p:nvCxnSpPr>
        <p:spPr>
          <a:xfrm flipV="1">
            <a:off x="4387673" y="2704071"/>
            <a:ext cx="0" cy="189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2583DA3-63A0-6A96-8A83-DC75515682E3}"/>
              </a:ext>
            </a:extLst>
          </p:cNvPr>
          <p:cNvCxnSpPr/>
          <p:nvPr/>
        </p:nvCxnSpPr>
        <p:spPr>
          <a:xfrm>
            <a:off x="1992528" y="2001795"/>
            <a:ext cx="2602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D1434AE-AF4B-BAFE-45B3-C8CEB31A91A2}"/>
              </a:ext>
            </a:extLst>
          </p:cNvPr>
          <p:cNvCxnSpPr/>
          <p:nvPr/>
        </p:nvCxnSpPr>
        <p:spPr>
          <a:xfrm flipH="1">
            <a:off x="1992528" y="2475470"/>
            <a:ext cx="2602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E39CC5C-6843-9CCE-9781-8BD45353C273}"/>
              </a:ext>
            </a:extLst>
          </p:cNvPr>
          <p:cNvCxnSpPr/>
          <p:nvPr/>
        </p:nvCxnSpPr>
        <p:spPr>
          <a:xfrm>
            <a:off x="3364903" y="2001795"/>
            <a:ext cx="251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79D65EA-E3C6-7642-2DBE-6AAAFC9575D6}"/>
              </a:ext>
            </a:extLst>
          </p:cNvPr>
          <p:cNvCxnSpPr/>
          <p:nvPr/>
        </p:nvCxnSpPr>
        <p:spPr>
          <a:xfrm flipH="1">
            <a:off x="3364903" y="2475470"/>
            <a:ext cx="251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24B4DC5-95EB-7D2D-11DD-36AB213254AD}"/>
              </a:ext>
            </a:extLst>
          </p:cNvPr>
          <p:cNvCxnSpPr/>
          <p:nvPr/>
        </p:nvCxnSpPr>
        <p:spPr>
          <a:xfrm>
            <a:off x="1992528" y="3237472"/>
            <a:ext cx="2602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178D0A9-3652-DAE1-59C9-3B63D20B6507}"/>
              </a:ext>
            </a:extLst>
          </p:cNvPr>
          <p:cNvCxnSpPr/>
          <p:nvPr/>
        </p:nvCxnSpPr>
        <p:spPr>
          <a:xfrm flipH="1">
            <a:off x="1992528" y="3626709"/>
            <a:ext cx="2602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C21545A-857E-07B8-BB74-3EBCACB5DC4A}"/>
              </a:ext>
            </a:extLst>
          </p:cNvPr>
          <p:cNvCxnSpPr/>
          <p:nvPr/>
        </p:nvCxnSpPr>
        <p:spPr>
          <a:xfrm>
            <a:off x="3364903" y="3237472"/>
            <a:ext cx="251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3749DC7-1656-9E11-689C-5C32583ABE63}"/>
              </a:ext>
            </a:extLst>
          </p:cNvPr>
          <p:cNvCxnSpPr/>
          <p:nvPr/>
        </p:nvCxnSpPr>
        <p:spPr>
          <a:xfrm flipH="1">
            <a:off x="3364903" y="3626709"/>
            <a:ext cx="2515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1A5B399-181C-02B6-EF83-AF68086FB1AD}"/>
              </a:ext>
            </a:extLst>
          </p:cNvPr>
          <p:cNvSpPr txBox="1"/>
          <p:nvPr/>
        </p:nvSpPr>
        <p:spPr>
          <a:xfrm>
            <a:off x="714632" y="4421321"/>
            <a:ext cx="4213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État du </a:t>
            </a:r>
            <a:r>
              <a:rPr lang="en-CA" dirty="0" err="1"/>
              <a:t>dé</a:t>
            </a:r>
            <a:r>
              <a:rPr lang="en-CA" dirty="0"/>
              <a:t> </a:t>
            </a:r>
            <a:r>
              <a:rPr lang="en-CA" dirty="0" err="1"/>
              <a:t>initialement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superposition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2F583D7-2A8B-0C4F-97F9-98008750E5D9}"/>
              </a:ext>
            </a:extLst>
          </p:cNvPr>
          <p:cNvSpPr txBox="1"/>
          <p:nvPr/>
        </p:nvSpPr>
        <p:spPr>
          <a:xfrm>
            <a:off x="7488187" y="4144322"/>
            <a:ext cx="4213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État du </a:t>
            </a:r>
            <a:r>
              <a:rPr lang="en-CA" dirty="0" err="1"/>
              <a:t>dé</a:t>
            </a:r>
            <a:r>
              <a:rPr lang="en-CA" dirty="0"/>
              <a:t> </a:t>
            </a:r>
            <a:r>
              <a:rPr lang="en-CA" dirty="0" err="1"/>
              <a:t>s’effond</a:t>
            </a:r>
            <a:r>
              <a:rPr lang="en-CA" dirty="0"/>
              <a:t> à </a:t>
            </a:r>
            <a:r>
              <a:rPr lang="en-CA" dirty="0" err="1"/>
              <a:t>une</a:t>
            </a:r>
            <a:r>
              <a:rPr lang="en-CA" dirty="0"/>
              <a:t> de </a:t>
            </a:r>
            <a:r>
              <a:rPr lang="en-CA" dirty="0" err="1"/>
              <a:t>ces</a:t>
            </a:r>
            <a:r>
              <a:rPr lang="en-CA" dirty="0"/>
              <a:t> </a:t>
            </a:r>
            <a:r>
              <a:rPr lang="en-CA" dirty="0" err="1"/>
              <a:t>valeurs</a:t>
            </a:r>
            <a:r>
              <a:rPr lang="en-CA" dirty="0"/>
              <a:t> et </a:t>
            </a:r>
            <a:r>
              <a:rPr lang="en-CA" dirty="0" err="1"/>
              <a:t>mesuré</a:t>
            </a:r>
            <a:r>
              <a:rPr lang="en-CA" dirty="0"/>
              <a:t> de façon projective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016E623-24D1-9875-AE32-A3FE881FF68B}"/>
              </a:ext>
            </a:extLst>
          </p:cNvPr>
          <p:cNvSpPr txBox="1"/>
          <p:nvPr/>
        </p:nvSpPr>
        <p:spPr>
          <a:xfrm>
            <a:off x="5420537" y="2202589"/>
            <a:ext cx="144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Le </a:t>
            </a:r>
            <a:r>
              <a:rPr lang="en-CA" dirty="0" err="1"/>
              <a:t>dé</a:t>
            </a:r>
            <a:r>
              <a:rPr lang="en-CA" dirty="0"/>
              <a:t> </a:t>
            </a:r>
            <a:r>
              <a:rPr lang="en-CA" dirty="0" err="1"/>
              <a:t>est</a:t>
            </a:r>
            <a:r>
              <a:rPr lang="en-CA" dirty="0"/>
              <a:t> </a:t>
            </a:r>
            <a:r>
              <a:rPr lang="en-CA" dirty="0" err="1"/>
              <a:t>lancé</a:t>
            </a:r>
            <a:endParaRPr lang="en-CA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42695B9-5D5E-3B0C-29AB-2D46511C5753}"/>
              </a:ext>
            </a:extLst>
          </p:cNvPr>
          <p:cNvSpPr txBox="1"/>
          <p:nvPr/>
        </p:nvSpPr>
        <p:spPr>
          <a:xfrm>
            <a:off x="775035" y="256060"/>
            <a:ext cx="406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Le </a:t>
            </a:r>
            <a:r>
              <a:rPr lang="en-CA" dirty="0" err="1"/>
              <a:t>dé</a:t>
            </a:r>
            <a:r>
              <a:rPr lang="en-CA" dirty="0"/>
              <a:t> dans la main </a:t>
            </a:r>
            <a:r>
              <a:rPr lang="en-CA" dirty="0" err="1"/>
              <a:t>avant</a:t>
            </a:r>
            <a:r>
              <a:rPr lang="en-CA" dirty="0"/>
              <a:t> d’être </a:t>
            </a:r>
            <a:r>
              <a:rPr lang="en-CA" dirty="0" err="1"/>
              <a:t>lancé</a:t>
            </a:r>
            <a:endParaRPr lang="en-CA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4C5D257-DD9C-117E-F673-D8082DD5DB3B}"/>
              </a:ext>
            </a:extLst>
          </p:cNvPr>
          <p:cNvSpPr txBox="1"/>
          <p:nvPr/>
        </p:nvSpPr>
        <p:spPr>
          <a:xfrm>
            <a:off x="7466980" y="256060"/>
            <a:ext cx="406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Mesure</a:t>
            </a:r>
            <a:r>
              <a:rPr lang="en-CA" dirty="0"/>
              <a:t> du </a:t>
            </a:r>
            <a:r>
              <a:rPr lang="en-CA" dirty="0" err="1"/>
              <a:t>résultat</a:t>
            </a:r>
            <a:r>
              <a:rPr lang="en-CA" dirty="0"/>
              <a:t> du </a:t>
            </a:r>
            <a:r>
              <a:rPr lang="en-CA" dirty="0" err="1"/>
              <a:t>dé</a:t>
            </a:r>
            <a:r>
              <a:rPr lang="en-CA" dirty="0"/>
              <a:t> sur la table</a:t>
            </a:r>
          </a:p>
        </p:txBody>
      </p:sp>
    </p:spTree>
    <p:extLst>
      <p:ext uri="{BB962C8B-B14F-4D97-AF65-F5344CB8AC3E}">
        <p14:creationId xmlns:p14="http://schemas.microsoft.com/office/powerpoint/2010/main" val="2986954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4" descr="Gauge outline">
            <a:extLst>
              <a:ext uri="{FF2B5EF4-FFF2-40B4-BE49-F238E27FC236}">
                <a16:creationId xmlns:a16="http://schemas.microsoft.com/office/drawing/2014/main" id="{448A3B53-0A9D-96CA-BEA6-B090B9FF0044}"/>
              </a:ext>
            </a:extLst>
          </p:cNvPr>
          <p:cNvGrpSpPr/>
          <p:nvPr/>
        </p:nvGrpSpPr>
        <p:grpSpPr>
          <a:xfrm flipH="1">
            <a:off x="930872" y="1586786"/>
            <a:ext cx="2852267" cy="1617836"/>
            <a:chOff x="1109058" y="2632748"/>
            <a:chExt cx="2852267" cy="1617836"/>
          </a:xfrm>
          <a:solidFill>
            <a:srgbClr val="000000"/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3B2E8EF-CB80-7B26-8755-074FA55811C7}"/>
                </a:ext>
              </a:extLst>
            </p:cNvPr>
            <p:cNvSpPr/>
            <p:nvPr/>
          </p:nvSpPr>
          <p:spPr>
            <a:xfrm>
              <a:off x="1109058" y="2632748"/>
              <a:ext cx="2307351" cy="1559066"/>
            </a:xfrm>
            <a:custGeom>
              <a:avLst/>
              <a:gdLst>
                <a:gd name="connsiteX0" fmla="*/ 1392968 w 2307351"/>
                <a:gd name="connsiteY0" fmla="*/ 67431 h 1559066"/>
                <a:gd name="connsiteX1" fmla="*/ 1392968 w 2307351"/>
                <a:gd name="connsiteY1" fmla="*/ 298763 h 1559066"/>
                <a:gd name="connsiteX2" fmla="*/ 1459300 w 2307351"/>
                <a:gd name="connsiteY2" fmla="*/ 298763 h 1559066"/>
                <a:gd name="connsiteX3" fmla="*/ 1459300 w 2307351"/>
                <a:gd name="connsiteY3" fmla="*/ 67298 h 1559066"/>
                <a:gd name="connsiteX4" fmla="*/ 1910721 w 2307351"/>
                <a:gd name="connsiteY4" fmla="*/ 156150 h 1559066"/>
                <a:gd name="connsiteX5" fmla="*/ 1826811 w 2307351"/>
                <a:gd name="connsiteY5" fmla="*/ 351829 h 1559066"/>
                <a:gd name="connsiteX6" fmla="*/ 1887770 w 2307351"/>
                <a:gd name="connsiteY6" fmla="*/ 377963 h 1559066"/>
                <a:gd name="connsiteX7" fmla="*/ 1972111 w 2307351"/>
                <a:gd name="connsiteY7" fmla="*/ 181157 h 1559066"/>
                <a:gd name="connsiteX8" fmla="*/ 2255944 w 2307351"/>
                <a:gd name="connsiteY8" fmla="*/ 350071 h 1559066"/>
                <a:gd name="connsiteX9" fmla="*/ 2307351 w 2307351"/>
                <a:gd name="connsiteY9" fmla="*/ 306159 h 1559066"/>
                <a:gd name="connsiteX10" fmla="*/ 306102 w 2307351"/>
                <a:gd name="connsiteY10" fmla="*/ 542586 h 1559066"/>
                <a:gd name="connsiteX11" fmla="*/ 1 w 2307351"/>
                <a:gd name="connsiteY11" fmla="*/ 1426403 h 1559066"/>
                <a:gd name="connsiteX12" fmla="*/ 1 w 2307351"/>
                <a:gd name="connsiteY12" fmla="*/ 1559067 h 1559066"/>
                <a:gd name="connsiteX13" fmla="*/ 66332 w 2307351"/>
                <a:gd name="connsiteY13" fmla="*/ 1559067 h 1559066"/>
                <a:gd name="connsiteX14" fmla="*/ 66332 w 2307351"/>
                <a:gd name="connsiteY14" fmla="*/ 1426403 h 1559066"/>
                <a:gd name="connsiteX15" fmla="*/ 155880 w 2307351"/>
                <a:gd name="connsiteY15" fmla="*/ 941783 h 1559066"/>
                <a:gd name="connsiteX16" fmla="*/ 351559 w 2307351"/>
                <a:gd name="connsiteY16" fmla="*/ 1025726 h 1559066"/>
                <a:gd name="connsiteX17" fmla="*/ 377694 w 2307351"/>
                <a:gd name="connsiteY17" fmla="*/ 964767 h 1559066"/>
                <a:gd name="connsiteX18" fmla="*/ 180921 w 2307351"/>
                <a:gd name="connsiteY18" fmla="*/ 880460 h 1559066"/>
                <a:gd name="connsiteX19" fmla="*/ 441969 w 2307351"/>
                <a:gd name="connsiteY19" fmla="*/ 489334 h 1559066"/>
                <a:gd name="connsiteX20" fmla="*/ 606505 w 2307351"/>
                <a:gd name="connsiteY20" fmla="*/ 653870 h 1559066"/>
                <a:gd name="connsiteX21" fmla="*/ 653402 w 2307351"/>
                <a:gd name="connsiteY21" fmla="*/ 606974 h 1559066"/>
                <a:gd name="connsiteX22" fmla="*/ 488866 w 2307351"/>
                <a:gd name="connsiteY22" fmla="*/ 442438 h 1559066"/>
                <a:gd name="connsiteX23" fmla="*/ 879991 w 2307351"/>
                <a:gd name="connsiteY23" fmla="*/ 181389 h 1559066"/>
                <a:gd name="connsiteX24" fmla="*/ 964299 w 2307351"/>
                <a:gd name="connsiteY24" fmla="*/ 378162 h 1559066"/>
                <a:gd name="connsiteX25" fmla="*/ 1025258 w 2307351"/>
                <a:gd name="connsiteY25" fmla="*/ 352028 h 1559066"/>
                <a:gd name="connsiteX26" fmla="*/ 941514 w 2307351"/>
                <a:gd name="connsiteY26" fmla="*/ 156150 h 1559066"/>
                <a:gd name="connsiteX27" fmla="*/ 1392968 w 2307351"/>
                <a:gd name="connsiteY27" fmla="*/ 67431 h 155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07351" h="1559066">
                  <a:moveTo>
                    <a:pt x="1392968" y="67431"/>
                  </a:moveTo>
                  <a:lnTo>
                    <a:pt x="1392968" y="298763"/>
                  </a:lnTo>
                  <a:lnTo>
                    <a:pt x="1459300" y="298763"/>
                  </a:lnTo>
                  <a:lnTo>
                    <a:pt x="1459300" y="67298"/>
                  </a:lnTo>
                  <a:cubicBezTo>
                    <a:pt x="1613750" y="70864"/>
                    <a:pt x="1766439" y="100919"/>
                    <a:pt x="1910721" y="156150"/>
                  </a:cubicBezTo>
                  <a:lnTo>
                    <a:pt x="1826811" y="351829"/>
                  </a:lnTo>
                  <a:lnTo>
                    <a:pt x="1887770" y="377963"/>
                  </a:lnTo>
                  <a:lnTo>
                    <a:pt x="1972111" y="181157"/>
                  </a:lnTo>
                  <a:cubicBezTo>
                    <a:pt x="2073213" y="225755"/>
                    <a:pt x="2168526" y="282475"/>
                    <a:pt x="2255944" y="350071"/>
                  </a:cubicBezTo>
                  <a:lnTo>
                    <a:pt x="2307351" y="306159"/>
                  </a:lnTo>
                  <a:cubicBezTo>
                    <a:pt x="1689434" y="-181184"/>
                    <a:pt x="793445" y="-75331"/>
                    <a:pt x="306102" y="542586"/>
                  </a:cubicBezTo>
                  <a:cubicBezTo>
                    <a:pt x="107530" y="794358"/>
                    <a:pt x="-316" y="1105749"/>
                    <a:pt x="1" y="1426403"/>
                  </a:cubicBezTo>
                  <a:lnTo>
                    <a:pt x="1" y="1559067"/>
                  </a:lnTo>
                  <a:lnTo>
                    <a:pt x="66332" y="1559067"/>
                  </a:lnTo>
                  <a:lnTo>
                    <a:pt x="66332" y="1426403"/>
                  </a:lnTo>
                  <a:cubicBezTo>
                    <a:pt x="66249" y="1260743"/>
                    <a:pt x="96602" y="1096476"/>
                    <a:pt x="155880" y="941783"/>
                  </a:cubicBezTo>
                  <a:lnTo>
                    <a:pt x="351559" y="1025726"/>
                  </a:lnTo>
                  <a:lnTo>
                    <a:pt x="377694" y="964767"/>
                  </a:lnTo>
                  <a:lnTo>
                    <a:pt x="180921" y="880460"/>
                  </a:lnTo>
                  <a:cubicBezTo>
                    <a:pt x="244646" y="735959"/>
                    <a:pt x="332973" y="603621"/>
                    <a:pt x="441969" y="489334"/>
                  </a:cubicBezTo>
                  <a:lnTo>
                    <a:pt x="606505" y="653870"/>
                  </a:lnTo>
                  <a:lnTo>
                    <a:pt x="653402" y="606974"/>
                  </a:lnTo>
                  <a:lnTo>
                    <a:pt x="488866" y="442438"/>
                  </a:lnTo>
                  <a:cubicBezTo>
                    <a:pt x="603149" y="333441"/>
                    <a:pt x="735491" y="245114"/>
                    <a:pt x="879991" y="181389"/>
                  </a:cubicBezTo>
                  <a:lnTo>
                    <a:pt x="964299" y="378162"/>
                  </a:lnTo>
                  <a:lnTo>
                    <a:pt x="1025258" y="352028"/>
                  </a:lnTo>
                  <a:lnTo>
                    <a:pt x="941514" y="156150"/>
                  </a:lnTo>
                  <a:cubicBezTo>
                    <a:pt x="1085822" y="100998"/>
                    <a:pt x="1238518" y="70990"/>
                    <a:pt x="1392968" y="67431"/>
                  </a:cubicBezTo>
                  <a:close/>
                </a:path>
              </a:pathLst>
            </a:custGeom>
            <a:solidFill>
              <a:srgbClr val="000000"/>
            </a:solidFill>
            <a:ln w="33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A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327005F-2E33-76F3-A958-0AE9FD9F367A}"/>
                </a:ext>
              </a:extLst>
            </p:cNvPr>
            <p:cNvSpPr/>
            <p:nvPr/>
          </p:nvSpPr>
          <p:spPr>
            <a:xfrm>
              <a:off x="3583433" y="3195312"/>
              <a:ext cx="377892" cy="996502"/>
            </a:xfrm>
            <a:custGeom>
              <a:avLst/>
              <a:gdLst>
                <a:gd name="connsiteX0" fmla="*/ 85468 w 377892"/>
                <a:gd name="connsiteY0" fmla="*/ 0 h 996502"/>
                <a:gd name="connsiteX1" fmla="*/ 41922 w 377892"/>
                <a:gd name="connsiteY1" fmla="*/ 51971 h 996502"/>
                <a:gd name="connsiteX2" fmla="*/ 196873 w 377892"/>
                <a:gd name="connsiteY2" fmla="*/ 317829 h 996502"/>
                <a:gd name="connsiteX3" fmla="*/ 0 w 377892"/>
                <a:gd name="connsiteY3" fmla="*/ 402203 h 996502"/>
                <a:gd name="connsiteX4" fmla="*/ 26135 w 377892"/>
                <a:gd name="connsiteY4" fmla="*/ 463162 h 996502"/>
                <a:gd name="connsiteX5" fmla="*/ 222244 w 377892"/>
                <a:gd name="connsiteY5" fmla="*/ 379119 h 996502"/>
                <a:gd name="connsiteX6" fmla="*/ 311560 w 377892"/>
                <a:gd name="connsiteY6" fmla="*/ 863839 h 996502"/>
                <a:gd name="connsiteX7" fmla="*/ 311560 w 377892"/>
                <a:gd name="connsiteY7" fmla="*/ 996502 h 996502"/>
                <a:gd name="connsiteX8" fmla="*/ 377892 w 377892"/>
                <a:gd name="connsiteY8" fmla="*/ 996502 h 996502"/>
                <a:gd name="connsiteX9" fmla="*/ 377892 w 377892"/>
                <a:gd name="connsiteY9" fmla="*/ 863839 h 996502"/>
                <a:gd name="connsiteX10" fmla="*/ 85468 w 377892"/>
                <a:gd name="connsiteY10" fmla="*/ 0 h 996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7892" h="996502">
                  <a:moveTo>
                    <a:pt x="85468" y="0"/>
                  </a:moveTo>
                  <a:lnTo>
                    <a:pt x="41922" y="51971"/>
                  </a:lnTo>
                  <a:cubicBezTo>
                    <a:pt x="103461" y="134445"/>
                    <a:pt x="155442" y="223634"/>
                    <a:pt x="196873" y="317829"/>
                  </a:cubicBezTo>
                  <a:lnTo>
                    <a:pt x="0" y="402203"/>
                  </a:lnTo>
                  <a:lnTo>
                    <a:pt x="26135" y="463162"/>
                  </a:lnTo>
                  <a:lnTo>
                    <a:pt x="222244" y="379119"/>
                  </a:lnTo>
                  <a:cubicBezTo>
                    <a:pt x="281446" y="533861"/>
                    <a:pt x="311719" y="698159"/>
                    <a:pt x="311560" y="863839"/>
                  </a:cubicBezTo>
                  <a:lnTo>
                    <a:pt x="311560" y="996502"/>
                  </a:lnTo>
                  <a:lnTo>
                    <a:pt x="377892" y="996502"/>
                  </a:lnTo>
                  <a:lnTo>
                    <a:pt x="377892" y="863839"/>
                  </a:lnTo>
                  <a:cubicBezTo>
                    <a:pt x="378154" y="551555"/>
                    <a:pt x="275363" y="247912"/>
                    <a:pt x="85468" y="0"/>
                  </a:cubicBezTo>
                  <a:close/>
                </a:path>
              </a:pathLst>
            </a:custGeom>
            <a:solidFill>
              <a:srgbClr val="000000"/>
            </a:solidFill>
            <a:ln w="33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A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807C838-57C5-2B12-29B6-E7825F493FD6}"/>
                </a:ext>
              </a:extLst>
            </p:cNvPr>
            <p:cNvSpPr/>
            <p:nvPr/>
          </p:nvSpPr>
          <p:spPr>
            <a:xfrm>
              <a:off x="2369496" y="2945937"/>
              <a:ext cx="1293266" cy="1304647"/>
            </a:xfrm>
            <a:custGeom>
              <a:avLst/>
              <a:gdLst>
                <a:gd name="connsiteX0" fmla="*/ 1283386 w 1293266"/>
                <a:gd name="connsiteY0" fmla="*/ 9619 h 1304647"/>
                <a:gd name="connsiteX1" fmla="*/ 1238513 w 1293266"/>
                <a:gd name="connsiteY1" fmla="*/ 7927 h 1304647"/>
                <a:gd name="connsiteX2" fmla="*/ 59565 w 1293266"/>
                <a:gd name="connsiteY2" fmla="*/ 1014147 h 1304647"/>
                <a:gd name="connsiteX3" fmla="*/ 42982 w 1293266"/>
                <a:gd name="connsiteY3" fmla="*/ 1029768 h 1304647"/>
                <a:gd name="connsiteX4" fmla="*/ 37112 w 1293266"/>
                <a:gd name="connsiteY4" fmla="*/ 1036402 h 1304647"/>
                <a:gd name="connsiteX5" fmla="*/ 57675 w 1293266"/>
                <a:gd name="connsiteY5" fmla="*/ 1267137 h 1304647"/>
                <a:gd name="connsiteX6" fmla="*/ 161318 w 1293266"/>
                <a:gd name="connsiteY6" fmla="*/ 1304647 h 1304647"/>
                <a:gd name="connsiteX7" fmla="*/ 287349 w 1293266"/>
                <a:gd name="connsiteY7" fmla="*/ 1246707 h 1304647"/>
                <a:gd name="connsiteX8" fmla="*/ 1285642 w 1293266"/>
                <a:gd name="connsiteY8" fmla="*/ 54393 h 1304647"/>
                <a:gd name="connsiteX9" fmla="*/ 1283386 w 1293266"/>
                <a:gd name="connsiteY9" fmla="*/ 9619 h 1304647"/>
                <a:gd name="connsiteX10" fmla="*/ 236737 w 1293266"/>
                <a:gd name="connsiteY10" fmla="*/ 1203591 h 1304647"/>
                <a:gd name="connsiteX11" fmla="*/ 100757 w 1293266"/>
                <a:gd name="connsiteY11" fmla="*/ 1216857 h 1304647"/>
                <a:gd name="connsiteX12" fmla="*/ 86198 w 1293266"/>
                <a:gd name="connsiteY12" fmla="*/ 1080877 h 1304647"/>
                <a:gd name="connsiteX13" fmla="*/ 94224 w 1293266"/>
                <a:gd name="connsiteY13" fmla="*/ 1071790 h 1304647"/>
                <a:gd name="connsiteX14" fmla="*/ 95915 w 1293266"/>
                <a:gd name="connsiteY14" fmla="*/ 1069700 h 1304647"/>
                <a:gd name="connsiteX15" fmla="*/ 100260 w 1293266"/>
                <a:gd name="connsiteY15" fmla="*/ 1066583 h 1304647"/>
                <a:gd name="connsiteX16" fmla="*/ 977697 w 1293266"/>
                <a:gd name="connsiteY16" fmla="*/ 317830 h 1304647"/>
                <a:gd name="connsiteX17" fmla="*/ 978177 w 1293266"/>
                <a:gd name="connsiteY17" fmla="*/ 317813 h 1304647"/>
                <a:gd name="connsiteX18" fmla="*/ 978194 w 1293266"/>
                <a:gd name="connsiteY18" fmla="*/ 318294 h 1304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93266" h="1304647">
                  <a:moveTo>
                    <a:pt x="1283386" y="9619"/>
                  </a:moveTo>
                  <a:cubicBezTo>
                    <a:pt x="1271142" y="-2526"/>
                    <a:pt x="1251637" y="-3259"/>
                    <a:pt x="1238513" y="7927"/>
                  </a:cubicBezTo>
                  <a:lnTo>
                    <a:pt x="59565" y="1014147"/>
                  </a:lnTo>
                  <a:cubicBezTo>
                    <a:pt x="53207" y="1018396"/>
                    <a:pt x="47602" y="1023676"/>
                    <a:pt x="42982" y="1029768"/>
                  </a:cubicBezTo>
                  <a:cubicBezTo>
                    <a:pt x="41855" y="1031161"/>
                    <a:pt x="40661" y="1032654"/>
                    <a:pt x="37112" y="1036402"/>
                  </a:cubicBezTo>
                  <a:cubicBezTo>
                    <a:pt x="-19469" y="1106246"/>
                    <a:pt x="-10365" y="1208397"/>
                    <a:pt x="57675" y="1267137"/>
                  </a:cubicBezTo>
                  <a:cubicBezTo>
                    <a:pt x="86768" y="1291388"/>
                    <a:pt x="123446" y="1304661"/>
                    <a:pt x="161318" y="1304647"/>
                  </a:cubicBezTo>
                  <a:cubicBezTo>
                    <a:pt x="209734" y="1304492"/>
                    <a:pt x="255708" y="1283355"/>
                    <a:pt x="287349" y="1246707"/>
                  </a:cubicBezTo>
                  <a:lnTo>
                    <a:pt x="1285642" y="54393"/>
                  </a:lnTo>
                  <a:cubicBezTo>
                    <a:pt x="1296616" y="41143"/>
                    <a:pt x="1295638" y="21698"/>
                    <a:pt x="1283386" y="9619"/>
                  </a:cubicBezTo>
                  <a:close/>
                  <a:moveTo>
                    <a:pt x="236737" y="1203591"/>
                  </a:moveTo>
                  <a:cubicBezTo>
                    <a:pt x="202524" y="1244186"/>
                    <a:pt x="142172" y="1250073"/>
                    <a:pt x="100757" y="1216857"/>
                  </a:cubicBezTo>
                  <a:cubicBezTo>
                    <a:pt x="60587" y="1182577"/>
                    <a:pt x="54196" y="1122885"/>
                    <a:pt x="86198" y="1080877"/>
                  </a:cubicBezTo>
                  <a:cubicBezTo>
                    <a:pt x="89282" y="1077759"/>
                    <a:pt x="91836" y="1074708"/>
                    <a:pt x="94224" y="1071790"/>
                  </a:cubicBezTo>
                  <a:cubicBezTo>
                    <a:pt x="94821" y="1071060"/>
                    <a:pt x="95351" y="1070364"/>
                    <a:pt x="95915" y="1069700"/>
                  </a:cubicBezTo>
                  <a:cubicBezTo>
                    <a:pt x="97437" y="1068768"/>
                    <a:pt x="98890" y="1067727"/>
                    <a:pt x="100260" y="1066583"/>
                  </a:cubicBezTo>
                  <a:lnTo>
                    <a:pt x="977697" y="317830"/>
                  </a:lnTo>
                  <a:cubicBezTo>
                    <a:pt x="977826" y="317694"/>
                    <a:pt x="978042" y="317684"/>
                    <a:pt x="978177" y="317813"/>
                  </a:cubicBezTo>
                  <a:cubicBezTo>
                    <a:pt x="978314" y="317942"/>
                    <a:pt x="978323" y="318158"/>
                    <a:pt x="978194" y="318294"/>
                  </a:cubicBezTo>
                  <a:close/>
                </a:path>
              </a:pathLst>
            </a:custGeom>
            <a:solidFill>
              <a:srgbClr val="000000"/>
            </a:solidFill>
            <a:ln w="331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CA"/>
            </a:p>
          </p:txBody>
        </p:sp>
      </p:grpSp>
      <p:pic>
        <p:nvPicPr>
          <p:cNvPr id="6" name="Graphic 5" descr="Gauge outline">
            <a:extLst>
              <a:ext uri="{FF2B5EF4-FFF2-40B4-BE49-F238E27FC236}">
                <a16:creationId xmlns:a16="http://schemas.microsoft.com/office/drawing/2014/main" id="{27F1F49C-5219-20A6-B421-734718ADD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2491" y="774356"/>
            <a:ext cx="3183925" cy="3183925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318FABC3-1BD1-9F16-2055-25D862FD841C}"/>
              </a:ext>
            </a:extLst>
          </p:cNvPr>
          <p:cNvSpPr/>
          <p:nvPr/>
        </p:nvSpPr>
        <p:spPr>
          <a:xfrm>
            <a:off x="4139511" y="2016279"/>
            <a:ext cx="3912980" cy="75885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Circular Arrow 12">
            <a:extLst>
              <a:ext uri="{FF2B5EF4-FFF2-40B4-BE49-F238E27FC236}">
                <a16:creationId xmlns:a16="http://schemas.microsoft.com/office/drawing/2014/main" id="{775BE176-B00E-4CCC-4C35-22E2456CEC01}"/>
              </a:ext>
            </a:extLst>
          </p:cNvPr>
          <p:cNvSpPr/>
          <p:nvPr/>
        </p:nvSpPr>
        <p:spPr>
          <a:xfrm>
            <a:off x="8052491" y="383236"/>
            <a:ext cx="3183925" cy="2421924"/>
          </a:xfrm>
          <a:prstGeom prst="circular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chemeClr val="tx1"/>
              </a:solidFill>
            </a:endParaRPr>
          </a:p>
        </p:txBody>
      </p:sp>
      <p:pic>
        <p:nvPicPr>
          <p:cNvPr id="15" name="Graphic 14" descr="Race Car with solid fill">
            <a:extLst>
              <a:ext uri="{FF2B5EF4-FFF2-40B4-BE49-F238E27FC236}">
                <a16:creationId xmlns:a16="http://schemas.microsoft.com/office/drawing/2014/main" id="{2C230FC2-325B-96A6-CDCF-C506A4D10A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8764" y="4117538"/>
            <a:ext cx="2307351" cy="2307351"/>
          </a:xfrm>
          <a:prstGeom prst="rect">
            <a:avLst/>
          </a:prstGeom>
        </p:spPr>
      </p:pic>
      <p:pic>
        <p:nvPicPr>
          <p:cNvPr id="16" name="Graphic 15" descr="Race Car with solid fill">
            <a:extLst>
              <a:ext uri="{FF2B5EF4-FFF2-40B4-BE49-F238E27FC236}">
                <a16:creationId xmlns:a16="http://schemas.microsoft.com/office/drawing/2014/main" id="{01617AC9-C952-40E5-28F0-2F4970DFE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5887" y="4153200"/>
            <a:ext cx="2307351" cy="230735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B7807D7-11C8-EF0B-7469-08D5DD6BC14D}"/>
              </a:ext>
            </a:extLst>
          </p:cNvPr>
          <p:cNvCxnSpPr/>
          <p:nvPr/>
        </p:nvCxnSpPr>
        <p:spPr>
          <a:xfrm>
            <a:off x="7294606" y="5041557"/>
            <a:ext cx="11450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4D589F-72DB-FF6D-523F-896B2E505855}"/>
              </a:ext>
            </a:extLst>
          </p:cNvPr>
          <p:cNvCxnSpPr/>
          <p:nvPr/>
        </p:nvCxnSpPr>
        <p:spPr>
          <a:xfrm>
            <a:off x="7113373" y="5238261"/>
            <a:ext cx="11450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D579A40-CB83-D078-1713-7EC2006BCA22}"/>
              </a:ext>
            </a:extLst>
          </p:cNvPr>
          <p:cNvCxnSpPr/>
          <p:nvPr/>
        </p:nvCxnSpPr>
        <p:spPr>
          <a:xfrm>
            <a:off x="7294606" y="5441092"/>
            <a:ext cx="11450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Graphic 21" descr="Rope Knot outline">
            <a:extLst>
              <a:ext uri="{FF2B5EF4-FFF2-40B4-BE49-F238E27FC236}">
                <a16:creationId xmlns:a16="http://schemas.microsoft.com/office/drawing/2014/main" id="{0294F5D6-075A-1FFB-3F9A-421C9B8259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8401336">
            <a:off x="1627051" y="3433337"/>
            <a:ext cx="1439726" cy="14397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E77365-F2B4-29AF-4996-31CEA3D0FDFD}"/>
                  </a:ext>
                </a:extLst>
              </p:cNvPr>
              <p:cNvSpPr txBox="1"/>
              <p:nvPr/>
            </p:nvSpPr>
            <p:spPr>
              <a:xfrm>
                <a:off x="5640859" y="2971800"/>
                <a:ext cx="977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E77365-F2B4-29AF-4996-31CEA3D0F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859" y="2971800"/>
                <a:ext cx="97783" cy="276999"/>
              </a:xfrm>
              <a:prstGeom prst="rect">
                <a:avLst/>
              </a:prstGeom>
              <a:blipFill>
                <a:blip r:embed="rId8"/>
                <a:stretch>
                  <a:fillRect l="-100000" t="-9091" r="-100000" b="-3636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2613B43-DE94-3618-744A-094D1A84BC8B}"/>
                  </a:ext>
                </a:extLst>
              </p:cNvPr>
              <p:cNvSpPr txBox="1"/>
              <p:nvPr/>
            </p:nvSpPr>
            <p:spPr>
              <a:xfrm>
                <a:off x="90024" y="1531106"/>
                <a:ext cx="13857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CA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2613B43-DE94-3618-744A-094D1A84B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4" y="1531106"/>
                <a:ext cx="1385764" cy="276999"/>
              </a:xfrm>
              <a:prstGeom prst="rect">
                <a:avLst/>
              </a:prstGeom>
              <a:blipFill>
                <a:blip r:embed="rId9"/>
                <a:stretch>
                  <a:fillRect l="-28182" t="-160870" r="-20909" b="-23043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BBB07E-EA94-47BA-3290-B9CD10AA6076}"/>
                  </a:ext>
                </a:extLst>
              </p:cNvPr>
              <p:cNvSpPr txBox="1"/>
              <p:nvPr/>
            </p:nvSpPr>
            <p:spPr>
              <a:xfrm>
                <a:off x="10677996" y="1606378"/>
                <a:ext cx="15140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en-CA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=90 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𝑘𝑚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8BBB07E-EA94-47BA-3290-B9CD10AA6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7996" y="1606378"/>
                <a:ext cx="1514004" cy="276999"/>
              </a:xfrm>
              <a:prstGeom prst="rect">
                <a:avLst/>
              </a:prstGeom>
              <a:blipFill>
                <a:blip r:embed="rId10"/>
                <a:stretch>
                  <a:fillRect l="-24793" t="-160870" r="-19008" b="-23478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CC5798C-CADD-BE11-0C7C-977E4FAC963E}"/>
              </a:ext>
            </a:extLst>
          </p:cNvPr>
          <p:cNvSpPr txBox="1"/>
          <p:nvPr/>
        </p:nvSpPr>
        <p:spPr>
          <a:xfrm>
            <a:off x="346535" y="3958281"/>
            <a:ext cx="1853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Couplage</a:t>
            </a:r>
            <a:r>
              <a:rPr lang="en-CA" dirty="0"/>
              <a:t> </a:t>
            </a:r>
            <a:r>
              <a:rPr lang="en-CA" dirty="0" err="1"/>
              <a:t>faible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F2CD21-5E1B-6370-ED8A-8960F40D469B}"/>
                  </a:ext>
                </a:extLst>
              </p:cNvPr>
              <p:cNvSpPr txBox="1"/>
              <p:nvPr/>
            </p:nvSpPr>
            <p:spPr>
              <a:xfrm>
                <a:off x="5812978" y="1720928"/>
                <a:ext cx="209673" cy="284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ac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F2CD21-5E1B-6370-ED8A-8960F40D4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2978" y="1720928"/>
                <a:ext cx="209673" cy="284437"/>
              </a:xfrm>
              <a:prstGeom prst="rect">
                <a:avLst/>
              </a:prstGeom>
              <a:blipFill>
                <a:blip r:embed="rId11"/>
                <a:stretch>
                  <a:fillRect l="-22222" t="-21739" r="-22222" b="-434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EEEEF246-2DCE-7EFB-6DB2-489BA2A1427E}"/>
              </a:ext>
            </a:extLst>
          </p:cNvPr>
          <p:cNvSpPr txBox="1"/>
          <p:nvPr/>
        </p:nvSpPr>
        <p:spPr>
          <a:xfrm>
            <a:off x="5367415" y="2835290"/>
            <a:ext cx="1853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Interaction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0F6CFE-063A-020F-8BE5-DAA94C309AC8}"/>
              </a:ext>
            </a:extLst>
          </p:cNvPr>
          <p:cNvSpPr txBox="1"/>
          <p:nvPr/>
        </p:nvSpPr>
        <p:spPr>
          <a:xfrm>
            <a:off x="1100438" y="2879467"/>
            <a:ext cx="1853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Pointeur</a:t>
            </a:r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8E0303-B22C-45A2-4A9E-C9216F56030A}"/>
              </a:ext>
            </a:extLst>
          </p:cNvPr>
          <p:cNvSpPr txBox="1"/>
          <p:nvPr/>
        </p:nvSpPr>
        <p:spPr>
          <a:xfrm>
            <a:off x="1865933" y="5655189"/>
            <a:ext cx="1853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Système</a:t>
            </a:r>
          </a:p>
        </p:txBody>
      </p:sp>
    </p:spTree>
    <p:extLst>
      <p:ext uri="{BB962C8B-B14F-4D97-AF65-F5344CB8AC3E}">
        <p14:creationId xmlns:p14="http://schemas.microsoft.com/office/powerpoint/2010/main" val="3852973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Normal Distribution outline">
            <a:extLst>
              <a:ext uri="{FF2B5EF4-FFF2-40B4-BE49-F238E27FC236}">
                <a16:creationId xmlns:a16="http://schemas.microsoft.com/office/drawing/2014/main" id="{3029BFDB-9F39-5BA2-172C-40A51EB23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47" b="18590"/>
          <a:stretch/>
        </p:blipFill>
        <p:spPr>
          <a:xfrm>
            <a:off x="7856988" y="3122533"/>
            <a:ext cx="2989805" cy="3094582"/>
          </a:xfrm>
          <a:prstGeom prst="rect">
            <a:avLst/>
          </a:prstGeom>
          <a:effectLst/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3E179AC-0EC6-8F4A-540F-D6CE2756B2FE}"/>
              </a:ext>
            </a:extLst>
          </p:cNvPr>
          <p:cNvCxnSpPr/>
          <p:nvPr/>
        </p:nvCxnSpPr>
        <p:spPr>
          <a:xfrm>
            <a:off x="3941805" y="1569308"/>
            <a:ext cx="2522839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67E950-23D2-DC91-E62F-DCD06664835F}"/>
              </a:ext>
            </a:extLst>
          </p:cNvPr>
          <p:cNvCxnSpPr/>
          <p:nvPr/>
        </p:nvCxnSpPr>
        <p:spPr>
          <a:xfrm>
            <a:off x="3941805" y="4798541"/>
            <a:ext cx="2522839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9DBE53-CB0B-6F3E-FA2F-3DF53A7A50B3}"/>
                  </a:ext>
                </a:extLst>
              </p:cNvPr>
              <p:cNvSpPr txBox="1"/>
              <p:nvPr/>
            </p:nvSpPr>
            <p:spPr>
              <a:xfrm>
                <a:off x="1380438" y="217786"/>
                <a:ext cx="1766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|"/>
                        <m:endChr m:val="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d>
                      </m:e>
                    </m:d>
                  </m:oMath>
                </a14:m>
                <a:r>
                  <a:rPr lang="en-CA" dirty="0"/>
                  <a:t>+b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CA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89DBE53-CB0B-6F3E-FA2F-3DF53A7A5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438" y="217786"/>
                <a:ext cx="1766189" cy="276999"/>
              </a:xfrm>
              <a:prstGeom prst="rect">
                <a:avLst/>
              </a:prstGeom>
              <a:blipFill>
                <a:blip r:embed="rId4"/>
                <a:stretch>
                  <a:fillRect l="-22857" t="-168182" r="-17857" b="-24545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1B93388-5E58-D418-8904-04442A6AE096}"/>
              </a:ext>
            </a:extLst>
          </p:cNvPr>
          <p:cNvSpPr txBox="1"/>
          <p:nvPr/>
        </p:nvSpPr>
        <p:spPr>
          <a:xfrm>
            <a:off x="160638" y="217786"/>
            <a:ext cx="516925" cy="375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FAB4D5-118E-29AE-43B6-7A670303B03E}"/>
              </a:ext>
            </a:extLst>
          </p:cNvPr>
          <p:cNvSpPr txBox="1"/>
          <p:nvPr/>
        </p:nvSpPr>
        <p:spPr>
          <a:xfrm>
            <a:off x="160638" y="3241331"/>
            <a:ext cx="516925" cy="375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D144DB-175E-C3C0-BBDA-E066BBE2FF62}"/>
                  </a:ext>
                </a:extLst>
              </p:cNvPr>
              <p:cNvSpPr txBox="1"/>
              <p:nvPr/>
            </p:nvSpPr>
            <p:spPr>
              <a:xfrm>
                <a:off x="9680487" y="119275"/>
                <a:ext cx="5169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CA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D144DB-175E-C3C0-BBDA-E066BBE2F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0487" y="119275"/>
                <a:ext cx="516925" cy="369332"/>
              </a:xfrm>
              <a:prstGeom prst="rect">
                <a:avLst/>
              </a:prstGeom>
              <a:blipFill>
                <a:blip r:embed="rId9"/>
                <a:stretch>
                  <a:fillRect l="-57143" t="-110000" r="-40476" b="-16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AAAD9A-1DCD-0EB4-C875-4BFB978DD33E}"/>
                  </a:ext>
                </a:extLst>
              </p:cNvPr>
              <p:cNvSpPr txBox="1"/>
              <p:nvPr/>
            </p:nvSpPr>
            <p:spPr>
              <a:xfrm>
                <a:off x="7781667" y="119275"/>
                <a:ext cx="5169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CA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2AAAD9A-1DCD-0EB4-C875-4BFB978DD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667" y="119275"/>
                <a:ext cx="516925" cy="369332"/>
              </a:xfrm>
              <a:prstGeom prst="rect">
                <a:avLst/>
              </a:prstGeom>
              <a:blipFill>
                <a:blip r:embed="rId10"/>
                <a:stretch>
                  <a:fillRect l="-57143" t="-110000" r="-42857" b="-16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D4BF08-EFD6-308F-F532-337EBDF13965}"/>
              </a:ext>
            </a:extLst>
          </p:cNvPr>
          <p:cNvCxnSpPr>
            <a:cxnSpLocks/>
          </p:cNvCxnSpPr>
          <p:nvPr/>
        </p:nvCxnSpPr>
        <p:spPr>
          <a:xfrm>
            <a:off x="1789669" y="1932785"/>
            <a:ext cx="786714" cy="12357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87AE58-2AB2-83E2-9F80-1B67A618FC31}"/>
                  </a:ext>
                </a:extLst>
              </p:cNvPr>
              <p:cNvSpPr txBox="1"/>
              <p:nvPr/>
            </p:nvSpPr>
            <p:spPr>
              <a:xfrm>
                <a:off x="1739746" y="1617662"/>
                <a:ext cx="50662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87AE58-2AB2-83E2-9F80-1B67A618F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746" y="1617662"/>
                <a:ext cx="506626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0B79628-750C-FFA8-A577-04A3A63A601E}"/>
              </a:ext>
            </a:extLst>
          </p:cNvPr>
          <p:cNvCxnSpPr>
            <a:cxnSpLocks/>
          </p:cNvCxnSpPr>
          <p:nvPr/>
        </p:nvCxnSpPr>
        <p:spPr>
          <a:xfrm>
            <a:off x="7857867" y="3064708"/>
            <a:ext cx="2222157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3B574A-2B60-1A4E-798C-F5363D9538B7}"/>
                  </a:ext>
                </a:extLst>
              </p:cNvPr>
              <p:cNvSpPr txBox="1"/>
              <p:nvPr/>
            </p:nvSpPr>
            <p:spPr>
              <a:xfrm>
                <a:off x="8813056" y="3123176"/>
                <a:ext cx="27945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3B574A-2B60-1A4E-798C-F5363D953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056" y="3123176"/>
                <a:ext cx="279457" cy="276999"/>
              </a:xfrm>
              <a:prstGeom prst="rect">
                <a:avLst/>
              </a:prstGeom>
              <a:blipFill>
                <a:blip r:embed="rId12"/>
                <a:stretch>
                  <a:fillRect l="-4348" b="-869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7BEE279-5BFF-624A-7042-691B3796580B}"/>
              </a:ext>
            </a:extLst>
          </p:cNvPr>
          <p:cNvCxnSpPr>
            <a:cxnSpLocks/>
          </p:cNvCxnSpPr>
          <p:nvPr/>
        </p:nvCxnSpPr>
        <p:spPr>
          <a:xfrm>
            <a:off x="8813056" y="5936162"/>
            <a:ext cx="353200" cy="0"/>
          </a:xfrm>
          <a:prstGeom prst="straightConnector1">
            <a:avLst/>
          </a:prstGeom>
          <a:ln w="444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059200F-40BE-0D0F-B54E-3973D59A9806}"/>
                  </a:ext>
                </a:extLst>
              </p:cNvPr>
              <p:cNvSpPr txBox="1"/>
              <p:nvPr/>
            </p:nvSpPr>
            <p:spPr>
              <a:xfrm>
                <a:off x="8674523" y="6059597"/>
                <a:ext cx="556522" cy="2870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059200F-40BE-0D0F-B54E-3973D59A9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4523" y="6059597"/>
                <a:ext cx="556522" cy="287087"/>
              </a:xfrm>
              <a:prstGeom prst="rect">
                <a:avLst/>
              </a:prstGeom>
              <a:blipFill>
                <a:blip r:embed="rId1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phic 10" descr="Normal Distribution outline">
            <a:extLst>
              <a:ext uri="{FF2B5EF4-FFF2-40B4-BE49-F238E27FC236}">
                <a16:creationId xmlns:a16="http://schemas.microsoft.com/office/drawing/2014/main" id="{F4678A8B-608F-D857-C062-E1665105EB3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21347" b="18590"/>
          <a:stretch/>
        </p:blipFill>
        <p:spPr>
          <a:xfrm>
            <a:off x="968956" y="-29874"/>
            <a:ext cx="2987697" cy="3092400"/>
          </a:xfrm>
          <a:prstGeom prst="rect">
            <a:avLst/>
          </a:prstGeom>
        </p:spPr>
      </p:pic>
      <p:pic>
        <p:nvPicPr>
          <p:cNvPr id="17" name="Graphic 16" descr="Normal Distribution outline">
            <a:extLst>
              <a:ext uri="{FF2B5EF4-FFF2-40B4-BE49-F238E27FC236}">
                <a16:creationId xmlns:a16="http://schemas.microsoft.com/office/drawing/2014/main" id="{0CAF6443-F426-FA12-980B-4EA6C17E99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21347" b="18590"/>
          <a:stretch/>
        </p:blipFill>
        <p:spPr>
          <a:xfrm>
            <a:off x="935417" y="3193424"/>
            <a:ext cx="2989805" cy="3094582"/>
          </a:xfrm>
          <a:prstGeom prst="rect">
            <a:avLst/>
          </a:prstGeom>
        </p:spPr>
      </p:pic>
      <p:pic>
        <p:nvPicPr>
          <p:cNvPr id="22" name="Graphic 21" descr="Normal Distribution outline">
            <a:extLst>
              <a:ext uri="{FF2B5EF4-FFF2-40B4-BE49-F238E27FC236}">
                <a16:creationId xmlns:a16="http://schemas.microsoft.com/office/drawing/2014/main" id="{F97663EA-0836-3061-414E-B33750855B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21347" b="18590"/>
          <a:stretch/>
        </p:blipFill>
        <p:spPr>
          <a:xfrm>
            <a:off x="6615763" y="-29874"/>
            <a:ext cx="2989805" cy="3094582"/>
          </a:xfrm>
          <a:prstGeom prst="rect">
            <a:avLst/>
          </a:prstGeom>
        </p:spPr>
      </p:pic>
      <p:pic>
        <p:nvPicPr>
          <p:cNvPr id="26" name="Graphic 25" descr="Normal Distribution outline">
            <a:extLst>
              <a:ext uri="{FF2B5EF4-FFF2-40B4-BE49-F238E27FC236}">
                <a16:creationId xmlns:a16="http://schemas.microsoft.com/office/drawing/2014/main" id="{59F034BE-1AB5-5757-FFBA-2B6C94C1612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21347" b="18590"/>
          <a:stretch/>
        </p:blipFill>
        <p:spPr>
          <a:xfrm>
            <a:off x="7597610" y="3123175"/>
            <a:ext cx="2989805" cy="3094582"/>
          </a:xfrm>
          <a:prstGeom prst="rect">
            <a:avLst/>
          </a:prstGeom>
        </p:spPr>
      </p:pic>
      <p:pic>
        <p:nvPicPr>
          <p:cNvPr id="29" name="Graphic 28" descr="Normal Distribution outline">
            <a:extLst>
              <a:ext uri="{FF2B5EF4-FFF2-40B4-BE49-F238E27FC236}">
                <a16:creationId xmlns:a16="http://schemas.microsoft.com/office/drawing/2014/main" id="{109D259D-3B80-BECB-7642-554A6B1F8E6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21347" b="18590"/>
          <a:stretch/>
        </p:blipFill>
        <p:spPr>
          <a:xfrm>
            <a:off x="7781667" y="3123175"/>
            <a:ext cx="2989805" cy="30945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EBBF901-2B10-79B3-31F1-03E78FC26F26}"/>
                  </a:ext>
                </a:extLst>
              </p:cNvPr>
              <p:cNvSpPr txBox="1"/>
              <p:nvPr/>
            </p:nvSpPr>
            <p:spPr>
              <a:xfrm>
                <a:off x="3925222" y="1071260"/>
                <a:ext cx="27965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 err="1"/>
                  <a:t>Intéraction</a:t>
                </a:r>
                <a:r>
                  <a:rPr lang="en-CA" dirty="0"/>
                  <a:t> forte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EBBF901-2B10-79B3-31F1-03E78FC26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222" y="1071260"/>
                <a:ext cx="2796534" cy="369332"/>
              </a:xfrm>
              <a:prstGeom prst="rect">
                <a:avLst/>
              </a:prstGeom>
              <a:blipFill>
                <a:blip r:embed="rId20"/>
                <a:stretch>
                  <a:fillRect l="-2262" t="-6667" b="-2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36007D1-0F90-5B03-4CF2-191476C55937}"/>
                  </a:ext>
                </a:extLst>
              </p:cNvPr>
              <p:cNvSpPr txBox="1"/>
              <p:nvPr/>
            </p:nvSpPr>
            <p:spPr>
              <a:xfrm>
                <a:off x="3925222" y="4300492"/>
                <a:ext cx="27965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 err="1"/>
                  <a:t>Intéraction</a:t>
                </a:r>
                <a:r>
                  <a:rPr lang="en-CA" dirty="0"/>
                  <a:t> </a:t>
                </a:r>
                <a:r>
                  <a:rPr lang="en-CA" dirty="0" err="1"/>
                  <a:t>faible</a:t>
                </a:r>
                <a:r>
                  <a:rPr lang="en-CA" dirty="0"/>
                  <a:t>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n-CA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36007D1-0F90-5B03-4CF2-191476C55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222" y="4300492"/>
                <a:ext cx="2796534" cy="369332"/>
              </a:xfrm>
              <a:prstGeom prst="rect">
                <a:avLst/>
              </a:prstGeom>
              <a:blipFill>
                <a:blip r:embed="rId21"/>
                <a:stretch>
                  <a:fillRect l="-2262" t="-6667" b="-2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Graphic 1" descr="Normal Distribution outline">
            <a:extLst>
              <a:ext uri="{FF2B5EF4-FFF2-40B4-BE49-F238E27FC236}">
                <a16:creationId xmlns:a16="http://schemas.microsoft.com/office/drawing/2014/main" id="{FE31350D-BA95-907A-2D81-1327A4AA5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47" b="18590"/>
          <a:stretch/>
        </p:blipFill>
        <p:spPr>
          <a:xfrm>
            <a:off x="8694321" y="-640"/>
            <a:ext cx="2989805" cy="3094582"/>
          </a:xfrm>
          <a:prstGeom prst="rect">
            <a:avLst/>
          </a:prstGeom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C6A65E-DECE-73AB-E3CB-B408781CCE4A}"/>
                  </a:ext>
                </a:extLst>
              </p:cNvPr>
              <p:cNvSpPr txBox="1"/>
              <p:nvPr/>
            </p:nvSpPr>
            <p:spPr>
              <a:xfrm>
                <a:off x="9930760" y="4300492"/>
                <a:ext cx="1532509" cy="411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d>
                      <m:dPr>
                        <m:begChr m:val="|"/>
                        <m:endChr m:val=""/>
                        <m:ctrlPr>
                          <a:rPr lang="en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CA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CA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d>
                      <m:dPr>
                        <m:begChr m:val="|"/>
                        <m:endChr m:val=""/>
                        <m:ctrlPr>
                          <a:rPr lang="en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CA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A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C6A65E-DECE-73AB-E3CB-B408781CC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0760" y="4300492"/>
                <a:ext cx="1532509" cy="411331"/>
              </a:xfrm>
              <a:prstGeom prst="rect">
                <a:avLst/>
              </a:prstGeom>
              <a:blipFill>
                <a:blip r:embed="rId22"/>
                <a:stretch>
                  <a:fillRect l="-30328" t="-144118" b="-2147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Graphic 24" descr="Normal Distribution outline">
            <a:extLst>
              <a:ext uri="{FF2B5EF4-FFF2-40B4-BE49-F238E27FC236}">
                <a16:creationId xmlns:a16="http://schemas.microsoft.com/office/drawing/2014/main" id="{48D84B23-FD83-62B1-7AF8-D479E5005D7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21347" b="18590"/>
          <a:stretch/>
        </p:blipFill>
        <p:spPr>
          <a:xfrm>
            <a:off x="8776254" y="13977"/>
            <a:ext cx="2989805" cy="30945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706376-8363-D225-0212-ABFB1556259D}"/>
                  </a:ext>
                </a:extLst>
              </p:cNvPr>
              <p:cNvSpPr txBox="1"/>
              <p:nvPr/>
            </p:nvSpPr>
            <p:spPr>
              <a:xfrm>
                <a:off x="1668444" y="3575860"/>
                <a:ext cx="11558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"/>
                          <m:ctrlPr>
                            <a:rPr lang="en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⟩"/>
                              <m:ctrlPr>
                                <a:rPr lang="en-CA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CA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706376-8363-D225-0212-ABFB15562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444" y="3575860"/>
                <a:ext cx="1155855" cy="369332"/>
              </a:xfrm>
              <a:prstGeom prst="rect">
                <a:avLst/>
              </a:prstGeom>
              <a:blipFill>
                <a:blip r:embed="rId23"/>
                <a:stretch>
                  <a:fillRect l="-2174" t="-110000" b="-16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121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80</Words>
  <Application>Microsoft Macintosh PowerPoint</Application>
  <PresentationFormat>Widescreen</PresentationFormat>
  <Paragraphs>26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Shane Gervais</dc:creator>
  <cp:lastModifiedBy>Shane Pierre Gervais</cp:lastModifiedBy>
  <cp:revision>5</cp:revision>
  <dcterms:created xsi:type="dcterms:W3CDTF">2025-02-11T18:14:29Z</dcterms:created>
  <dcterms:modified xsi:type="dcterms:W3CDTF">2025-07-15T17:33:05Z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689301-32b1-463b-ba86-10202492460a_Enabled">
    <vt:lpwstr>true</vt:lpwstr>
  </property>
  <property fmtid="{D5CDD505-2E9C-101B-9397-08002B2CF9AE}" pid="3" name="MSIP_Label_d0689301-32b1-463b-ba86-10202492460a_SetDate">
    <vt:lpwstr>2025-02-17T04:39:40Z</vt:lpwstr>
  </property>
  <property fmtid="{D5CDD505-2E9C-101B-9397-08002B2CF9AE}" pid="4" name="MSIP_Label_d0689301-32b1-463b-ba86-10202492460a_Method">
    <vt:lpwstr>Standard</vt:lpwstr>
  </property>
  <property fmtid="{D5CDD505-2E9C-101B-9397-08002B2CF9AE}" pid="5" name="MSIP_Label_d0689301-32b1-463b-ba86-10202492460a_Name">
    <vt:lpwstr>defa4170-0d19-0005-0003-bc88714345d2</vt:lpwstr>
  </property>
  <property fmtid="{D5CDD505-2E9C-101B-9397-08002B2CF9AE}" pid="6" name="MSIP_Label_d0689301-32b1-463b-ba86-10202492460a_SiteId">
    <vt:lpwstr>810c295f-e817-4c4e-8996-9b66369b8012</vt:lpwstr>
  </property>
  <property fmtid="{D5CDD505-2E9C-101B-9397-08002B2CF9AE}" pid="7" name="MSIP_Label_d0689301-32b1-463b-ba86-10202492460a_ActionId">
    <vt:lpwstr>f4c3fa56-de30-44fc-b251-b1e790c64478</vt:lpwstr>
  </property>
  <property fmtid="{D5CDD505-2E9C-101B-9397-08002B2CF9AE}" pid="8" name="MSIP_Label_d0689301-32b1-463b-ba86-10202492460a_ContentBits">
    <vt:lpwstr>0</vt:lpwstr>
  </property>
</Properties>
</file>