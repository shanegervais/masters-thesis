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>
        <p:scale>
          <a:sx n="96" d="100"/>
          <a:sy n="96" d="100"/>
        </p:scale>
        <p:origin x="496" y="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6A916-1D15-DD5B-4704-134B50AC53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04C8FB-EC22-3D72-7DA2-6045AEEA98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0D4AE5-C1BE-E414-2038-992E6CFEB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7EC4D-DC88-F14A-B163-91DAE3612031}" type="datetimeFigureOut">
              <a:rPr lang="en-CA" smtClean="0"/>
              <a:t>2025-06-04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29940-805C-A62B-2C9C-8413952B2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011D5-9103-5F47-23F1-D0DE74F62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41CA1-ABF4-7648-9875-9F537D7AD8B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75759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347D8-DE38-0959-F8B8-32BCE4BC3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6388D-54A8-EB27-DF9A-0758441C50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03B7E-EEF2-2583-9690-289A84E1E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7EC4D-DC88-F14A-B163-91DAE3612031}" type="datetimeFigureOut">
              <a:rPr lang="en-CA" smtClean="0"/>
              <a:t>2025-06-04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EF38B6-8FDA-A546-104A-1F31C8F57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FC2D0-04AC-9D77-E91F-37825B29D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41CA1-ABF4-7648-9875-9F537D7AD8B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05449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C697E-928F-4CC3-81E7-D8A237C6F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FDD31B-995B-D8E3-C493-A7872D2875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72C50-78B7-9CE7-4230-D5EA2D192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7EC4D-DC88-F14A-B163-91DAE3612031}" type="datetimeFigureOut">
              <a:rPr lang="en-CA" smtClean="0"/>
              <a:t>2025-06-04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869DA5-71F4-091A-BFA5-071B6D966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C72A1-5DB7-E0FA-3091-8BD37906E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41CA1-ABF4-7648-9875-9F537D7AD8B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78033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3A94D-9F38-D53D-799F-317145EB2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D6A19-D0EE-465C-90DE-41F2F7AE13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A24935-B731-415A-6425-9E3E3E7C74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E9CFF9-2591-BE05-DDF3-25CB5193C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7EC4D-DC88-F14A-B163-91DAE3612031}" type="datetimeFigureOut">
              <a:rPr lang="en-CA" smtClean="0"/>
              <a:t>2025-06-04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2D5C84-EE36-390E-B783-02125B656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8059D7-ABBE-E785-A781-E7710505E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41CA1-ABF4-7648-9875-9F537D7AD8B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39295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D9B09-78D8-7D83-12B7-C1A4CF080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873C52-91C2-E5BB-E418-339D165961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EEE15C-9838-816F-A6AA-9891F0116B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1285C2-6121-731A-8F29-14D958F3DC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017DF3-77F0-2A82-97DC-73D8466E45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8F252B-DD4C-DC46-A2AE-07A63CAD7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7EC4D-DC88-F14A-B163-91DAE3612031}" type="datetimeFigureOut">
              <a:rPr lang="en-CA" smtClean="0"/>
              <a:t>2025-06-04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5ADBE9-B3E2-32AD-0C3A-075B76381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F9553A-3CFA-C87D-9127-4197785CC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41CA1-ABF4-7648-9875-9F537D7AD8B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68943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59A3E-3A78-BC55-ADFD-11B51206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8EFC0C-355C-4F3C-84AC-4712D43CA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7EC4D-DC88-F14A-B163-91DAE3612031}" type="datetimeFigureOut">
              <a:rPr lang="en-CA" smtClean="0"/>
              <a:t>2025-06-04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2D0293-FAE0-4233-E6AD-14F8E2D30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56CA4A-BA3B-BA4B-2FB5-3C4552F85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41CA1-ABF4-7648-9875-9F537D7AD8B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00443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4CA020-8BD5-EB40-6A6A-79463B702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7EC4D-DC88-F14A-B163-91DAE3612031}" type="datetimeFigureOut">
              <a:rPr lang="en-CA" smtClean="0"/>
              <a:t>2025-06-04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104D1C-818F-BF7D-687A-C93EB7788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1A7A21-B053-E3A0-C6DC-E17723D26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41CA1-ABF4-7648-9875-9F537D7AD8B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6990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F456D-F82E-F8B7-1B53-8D3FAB26C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D4746-9573-E546-4FF8-C2DDFD893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26EE12-800A-BB8E-216D-547B1FB13A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2AFE3-17F8-B6E0-85B1-7A1E0CD51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7EC4D-DC88-F14A-B163-91DAE3612031}" type="datetimeFigureOut">
              <a:rPr lang="en-CA" smtClean="0"/>
              <a:t>2025-06-04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F141A6-6E50-8A9A-1CAC-469B792EE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991F7C-4322-EBE5-9245-3F6B31CC9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41CA1-ABF4-7648-9875-9F537D7AD8B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7795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751D6-1CE8-2BF7-B0C5-6C339CFD7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A749CD-932A-054B-4E7F-CF3B140AA9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BB678A-91FD-6F71-103A-E8132C6FDD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8BD23F-0834-D910-0E90-E26CB7366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7EC4D-DC88-F14A-B163-91DAE3612031}" type="datetimeFigureOut">
              <a:rPr lang="en-CA" smtClean="0"/>
              <a:t>2025-06-04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CD02B3-4F9B-8585-21CC-2511C2314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E78854-9E16-690D-9F4A-A75D40CC5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41CA1-ABF4-7648-9875-9F537D7AD8B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59085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8F144-FCCE-52E8-504E-5F3294E98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146016-7B42-1A0B-99CC-902D3B4A3E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07804B-D9CC-FB15-3E26-261F74B39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7EC4D-DC88-F14A-B163-91DAE3612031}" type="datetimeFigureOut">
              <a:rPr lang="en-CA" smtClean="0"/>
              <a:t>2025-06-04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492972-0BF7-19EB-7EF0-E0C9CCB73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F74B9F-F687-7D32-13E4-80CEE6EF9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41CA1-ABF4-7648-9875-9F537D7AD8B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02295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68EB9B-F935-A582-2667-DE93B40A9C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000DFB-3C3A-47E7-AD6E-0B94210C0F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56D5A7-84C0-20B6-3718-FAEF0B24C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7EC4D-DC88-F14A-B163-91DAE3612031}" type="datetimeFigureOut">
              <a:rPr lang="en-CA" smtClean="0"/>
              <a:t>2025-06-04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343FC-16C8-2488-D2D6-002614520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69C15-E5BC-72EF-5E15-231778F8E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41CA1-ABF4-7648-9875-9F537D7AD8B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88812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B09014-027C-B779-31D2-354B045BC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8F8485-F807-73F4-18DD-6FE20B1BD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69096-8B98-4177-B76D-012BC6922F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07EC4D-DC88-F14A-B163-91DAE3612031}" type="datetimeFigureOut">
              <a:rPr lang="en-CA" smtClean="0"/>
              <a:t>2025-06-04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2BC3F-3D02-EDDC-BD5B-47A1A18533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AB9AD6-C9E2-DF01-DFE7-3201CC61D8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541CA1-ABF4-7648-9875-9F537D7AD8B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10535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 descr="Smart Phone with solid fill">
            <a:extLst>
              <a:ext uri="{FF2B5EF4-FFF2-40B4-BE49-F238E27FC236}">
                <a16:creationId xmlns:a16="http://schemas.microsoft.com/office/drawing/2014/main" id="{645845E7-4330-6C93-B730-5AC98E48B0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3697357" y="1030357"/>
            <a:ext cx="4810539" cy="4810539"/>
          </a:xfrm>
          <a:prstGeom prst="rect">
            <a:avLst/>
          </a:prstGeom>
        </p:spPr>
      </p:pic>
      <p:pic>
        <p:nvPicPr>
          <p:cNvPr id="11" name="Graphic 10" descr="Normal Distribution with solid fill">
            <a:extLst>
              <a:ext uri="{FF2B5EF4-FFF2-40B4-BE49-F238E27FC236}">
                <a16:creationId xmlns:a16="http://schemas.microsoft.com/office/drawing/2014/main" id="{AE1A11FA-BF52-8A7B-21CE-C774F6B337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43061" y="2276061"/>
            <a:ext cx="2305878" cy="2305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731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Shane Pierre Gervais</dc:creator>
  <cp:lastModifiedBy>Shane Pierre Gervais</cp:lastModifiedBy>
  <cp:revision>1</cp:revision>
  <dcterms:created xsi:type="dcterms:W3CDTF">2025-06-04T04:45:55Z</dcterms:created>
  <dcterms:modified xsi:type="dcterms:W3CDTF">2025-06-04T04:50:38Z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0689301-32b1-463b-ba86-10202492460a_Enabled">
    <vt:lpwstr>true</vt:lpwstr>
  </property>
  <property fmtid="{D5CDD505-2E9C-101B-9397-08002B2CF9AE}" pid="3" name="MSIP_Label_d0689301-32b1-463b-ba86-10202492460a_SetDate">
    <vt:lpwstr>2025-06-04T04:50:38Z</vt:lpwstr>
  </property>
  <property fmtid="{D5CDD505-2E9C-101B-9397-08002B2CF9AE}" pid="4" name="MSIP_Label_d0689301-32b1-463b-ba86-10202492460a_Method">
    <vt:lpwstr>Standard</vt:lpwstr>
  </property>
  <property fmtid="{D5CDD505-2E9C-101B-9397-08002B2CF9AE}" pid="5" name="MSIP_Label_d0689301-32b1-463b-ba86-10202492460a_Name">
    <vt:lpwstr>defa4170-0d19-0005-0003-bc88714345d2</vt:lpwstr>
  </property>
  <property fmtid="{D5CDD505-2E9C-101B-9397-08002B2CF9AE}" pid="6" name="MSIP_Label_d0689301-32b1-463b-ba86-10202492460a_SiteId">
    <vt:lpwstr>810c295f-e817-4c4e-8996-9b66369b8012</vt:lpwstr>
  </property>
  <property fmtid="{D5CDD505-2E9C-101B-9397-08002B2CF9AE}" pid="7" name="MSIP_Label_d0689301-32b1-463b-ba86-10202492460a_ActionId">
    <vt:lpwstr>d0fd44a4-36ec-41b9-addd-4bd68c13d138</vt:lpwstr>
  </property>
  <property fmtid="{D5CDD505-2E9C-101B-9397-08002B2CF9AE}" pid="8" name="MSIP_Label_d0689301-32b1-463b-ba86-10202492460a_ContentBits">
    <vt:lpwstr>0</vt:lpwstr>
  </property>
</Properties>
</file>