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8"/>
    <p:restoredTop sz="94719"/>
  </p:normalViewPr>
  <p:slideViewPr>
    <p:cSldViewPr snapToGrid="0">
      <p:cViewPr varScale="1">
        <p:scale>
          <a:sx n="138" d="100"/>
          <a:sy n="138" d="100"/>
        </p:scale>
        <p:origin x="176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B2F1D-E2C2-0961-721B-C16C703303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7F0BC5-C88D-FCEC-8E3E-D0B9BAD4BA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173F0-3C87-8063-4C56-ADEAB8135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84ADB-87B4-9341-902F-CF833E5A47C4}" type="datetimeFigureOut">
              <a:rPr lang="en-US" smtClean="0"/>
              <a:t>11/1/24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4BE00-8270-A3FE-2AE7-6FF7C084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1889-AA9E-1447-B722-B0844D0AE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EEB81B-F6E5-2441-B229-A35F4491F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806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89598-71CE-A414-C3F1-B4A2193D3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C73C6-CA36-4E8F-D5A9-A946E8A13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2A9AE6-F44D-CFE7-E61A-7132025D3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84ADB-87B4-9341-902F-CF833E5A47C4}" type="datetimeFigureOut">
              <a:rPr lang="en-US" smtClean="0"/>
              <a:t>11/1/24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3AEC4A-113E-3207-C661-77EE55893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263F37-C7FC-059E-A6DC-0256276D9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EEB81B-F6E5-2441-B229-A35F4491F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679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47261-DEF3-EEB8-6F44-06B5D2D29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CD5280-1BE2-B2EE-05E2-BC0C98E5B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F1402-113D-9156-2780-66C7894BD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84ADB-87B4-9341-902F-CF833E5A47C4}" type="datetimeFigureOut">
              <a:rPr lang="en-US" smtClean="0"/>
              <a:t>11/1/24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0F866C-8BF2-A163-E27D-F73A7685B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391A3-C014-9751-FFFA-668D52DA5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EEB81B-F6E5-2441-B229-A35F4491F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342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2E1AE-E3A6-A2AD-21DD-EF743A17F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4AC90-FB55-9D46-34EB-49020800BD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C3F7E4-C285-32CB-0409-B4DBD1524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4AC27-E877-0AA1-AE87-A338E8405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84ADB-87B4-9341-902F-CF833E5A47C4}" type="datetimeFigureOut">
              <a:rPr lang="en-US" smtClean="0"/>
              <a:t>11/1/24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C870B-7DC5-1BF7-15C6-685FF869B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8B0608-049D-15FB-1869-E087C9C5A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EEB81B-F6E5-2441-B229-A35F4491F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574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91DE1-324A-CBAE-E9C9-4D165BB3C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311C8-6B3C-7873-04FF-63BA7E69E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98545-4DDA-E79E-1D58-4090707734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FE1EDB-E692-F212-1675-F16F075C13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0FE741-E11D-F67E-FB81-8100665DB1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6F9C69-D2CC-B27E-D61E-DF91FC693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84ADB-87B4-9341-902F-CF833E5A47C4}" type="datetimeFigureOut">
              <a:rPr lang="en-US" smtClean="0"/>
              <a:t>11/1/24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2CBB3A-FCE2-3250-D4C5-EDB4CDA8C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A83673-52EE-7A1F-DD41-4BE70A2A8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EEB81B-F6E5-2441-B229-A35F4491F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354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E221A-FF49-AB3D-75D9-AB9625D8D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E4014E-01F6-5E5C-7DB0-A8B201203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84ADB-87B4-9341-902F-CF833E5A47C4}" type="datetimeFigureOut">
              <a:rPr lang="en-US" smtClean="0"/>
              <a:t>11/1/24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BFEA4B-6FE9-4E0C-2BC1-FA8C0B6C6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EEB324-8E85-4835-9D25-B8C84DF8C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EEB81B-F6E5-2441-B229-A35F4491F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204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72745B-D075-2DB2-FA78-35AC4A624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84ADB-87B4-9341-902F-CF833E5A47C4}" type="datetimeFigureOut">
              <a:rPr lang="en-US" smtClean="0"/>
              <a:t>11/1/24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BFB88D-523F-4A57-59BB-A5C8670EC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E461B-B027-865B-FD9A-77E9FC86B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EEB81B-F6E5-2441-B229-A35F4491F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03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66478-F0EC-42F5-15B2-6C920EB85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1A9B4-E42A-F893-6B3C-C62F60832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227609-359A-1432-2B00-2CCE77EF2B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51A397-538D-1197-B8B4-BA37A2135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84ADB-87B4-9341-902F-CF833E5A47C4}" type="datetimeFigureOut">
              <a:rPr lang="en-US" smtClean="0"/>
              <a:t>11/1/24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D2601B-1FD6-910D-1994-68303073F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C18AB2-141D-A918-3444-92D52B5EC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EEB81B-F6E5-2441-B229-A35F4491F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749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26E79-313F-D57C-C965-62CD5F618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A6CC85-4FC1-CD7B-4153-85B609A720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5A63A1-5F71-9730-81D0-05D5748C7B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7A7378-085C-D580-8593-38108CF17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84ADB-87B4-9341-902F-CF833E5A47C4}" type="datetimeFigureOut">
              <a:rPr lang="en-US" smtClean="0"/>
              <a:t>11/1/24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F97440-0B5D-98C3-5D7C-159063740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0C32E7-74CD-E52D-DD1B-163B001CD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EEB81B-F6E5-2441-B229-A35F4491F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05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C6F86-F12F-CCB9-B63C-A4AE10644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F21F88-2D04-3A79-5E7D-FFAA83C52B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A5ADF-CDAF-6FD8-45A3-E4068ABDA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84ADB-87B4-9341-902F-CF833E5A47C4}" type="datetimeFigureOut">
              <a:rPr lang="en-US" smtClean="0"/>
              <a:t>11/1/24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EEFA81-9629-578B-6CA7-F434C6AF2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ED25F3-8AB3-D8B1-59A0-BA5E76FF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EEB81B-F6E5-2441-B229-A35F4491F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06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C0F0A9-C2FD-09DD-B3B3-A51E984D6F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255EB3-F29E-BDD8-0309-30697798C7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DC141-DD9B-EE7B-B637-119C8DF46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84ADB-87B4-9341-902F-CF833E5A47C4}" type="datetimeFigureOut">
              <a:rPr lang="en-US" smtClean="0"/>
              <a:t>11/1/24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EA86EE-B4DD-62B8-A23C-905FA5DA2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7BFC79-FFB6-3528-6374-52735CAA5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EEB81B-F6E5-2441-B229-A35F4491F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36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CF2409-D06F-F97F-967F-B1381DABE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E93959-E749-4F09-8D38-8E4FC83E0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FA51D-FEAD-C1E5-41A3-746738838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F84ADB-87B4-9341-902F-CF833E5A47C4}" type="datetimeFigureOut">
              <a:rPr lang="en-US" smtClean="0"/>
              <a:t>11/1/24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96491-85B5-E935-8E66-1D8FC560E4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94E4B3-AB6A-4146-1EF7-55C42E13D6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EEB81B-F6E5-2441-B229-A35F4491F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003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Cat with solid fill">
            <a:extLst>
              <a:ext uri="{FF2B5EF4-FFF2-40B4-BE49-F238E27FC236}">
                <a16:creationId xmlns:a16="http://schemas.microsoft.com/office/drawing/2014/main" id="{1CB35125-E900-AB9B-A6BC-656AF0396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3032" y="2651105"/>
            <a:ext cx="1797587" cy="179758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FC8D66D-A7DF-42BA-9CDC-9595E0DF4028}"/>
              </a:ext>
            </a:extLst>
          </p:cNvPr>
          <p:cNvSpPr/>
          <p:nvPr/>
        </p:nvSpPr>
        <p:spPr>
          <a:xfrm>
            <a:off x="4564655" y="2156135"/>
            <a:ext cx="3062689" cy="265506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Radioactive outline">
            <a:extLst>
              <a:ext uri="{FF2B5EF4-FFF2-40B4-BE49-F238E27FC236}">
                <a16:creationId xmlns:a16="http://schemas.microsoft.com/office/drawing/2014/main" id="{9239E31A-8CA8-0813-310D-8199D967B4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65323" y="2127676"/>
            <a:ext cx="914400" cy="914400"/>
          </a:xfrm>
          <a:prstGeom prst="rect">
            <a:avLst/>
          </a:prstGeom>
        </p:spPr>
      </p:pic>
      <p:pic>
        <p:nvPicPr>
          <p:cNvPr id="10" name="Graphic 9" descr="Skull outline">
            <a:extLst>
              <a:ext uri="{FF2B5EF4-FFF2-40B4-BE49-F238E27FC236}">
                <a16:creationId xmlns:a16="http://schemas.microsoft.com/office/drawing/2014/main" id="{2DF20010-B127-7022-EA9A-56F614A4FE8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95001" y="2696551"/>
            <a:ext cx="1780600" cy="1780600"/>
          </a:xfrm>
          <a:prstGeom prst="rect">
            <a:avLst/>
          </a:prstGeom>
        </p:spPr>
      </p:pic>
      <p:pic>
        <p:nvPicPr>
          <p:cNvPr id="14" name="Graphic 13" descr="Cat with solid fill">
            <a:extLst>
              <a:ext uri="{FF2B5EF4-FFF2-40B4-BE49-F238E27FC236}">
                <a16:creationId xmlns:a16="http://schemas.microsoft.com/office/drawing/2014/main" id="{9965A56D-C7BA-1A22-2D54-D1674E2A61F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5670" y="2536895"/>
            <a:ext cx="1968715" cy="1968715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B6E1539-E653-F6D7-C31D-9910EC601134}"/>
              </a:ext>
            </a:extLst>
          </p:cNvPr>
          <p:cNvCxnSpPr>
            <a:cxnSpLocks/>
          </p:cNvCxnSpPr>
          <p:nvPr/>
        </p:nvCxnSpPr>
        <p:spPr>
          <a:xfrm>
            <a:off x="535709" y="2156135"/>
            <a:ext cx="0" cy="26835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EB9FF4D-2018-BC6E-FD46-D68928D2CDC5}"/>
              </a:ext>
            </a:extLst>
          </p:cNvPr>
          <p:cNvCxnSpPr>
            <a:cxnSpLocks/>
          </p:cNvCxnSpPr>
          <p:nvPr/>
        </p:nvCxnSpPr>
        <p:spPr>
          <a:xfrm>
            <a:off x="547663" y="4823121"/>
            <a:ext cx="272472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636C6C4-326B-3F05-6315-EF347D9FFED8}"/>
              </a:ext>
            </a:extLst>
          </p:cNvPr>
          <p:cNvCxnSpPr>
            <a:cxnSpLocks/>
          </p:cNvCxnSpPr>
          <p:nvPr/>
        </p:nvCxnSpPr>
        <p:spPr>
          <a:xfrm>
            <a:off x="3260436" y="2139596"/>
            <a:ext cx="0" cy="26835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Graphic 21" descr="Cat with solid fill">
            <a:extLst>
              <a:ext uri="{FF2B5EF4-FFF2-40B4-BE49-F238E27FC236}">
                <a16:creationId xmlns:a16="http://schemas.microsoft.com/office/drawing/2014/main" id="{087C2158-FD60-8F6E-35CC-5247FCA67DD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17688" y="1328795"/>
            <a:ext cx="1968715" cy="196871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500FE7D-1C1C-364B-0832-AA78A28F3DBE}"/>
              </a:ext>
            </a:extLst>
          </p:cNvPr>
          <p:cNvCxnSpPr>
            <a:cxnSpLocks/>
          </p:cNvCxnSpPr>
          <p:nvPr/>
        </p:nvCxnSpPr>
        <p:spPr>
          <a:xfrm>
            <a:off x="9027727" y="948035"/>
            <a:ext cx="0" cy="26835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29C5A5-2826-8AA0-C90A-BA06B730D9AD}"/>
              </a:ext>
            </a:extLst>
          </p:cNvPr>
          <p:cNvCxnSpPr>
            <a:cxnSpLocks/>
          </p:cNvCxnSpPr>
          <p:nvPr/>
        </p:nvCxnSpPr>
        <p:spPr>
          <a:xfrm>
            <a:off x="9039681" y="3615021"/>
            <a:ext cx="272472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F38BCE8-0082-C4F9-FFE6-B9110F80983F}"/>
              </a:ext>
            </a:extLst>
          </p:cNvPr>
          <p:cNvCxnSpPr>
            <a:cxnSpLocks/>
          </p:cNvCxnSpPr>
          <p:nvPr/>
        </p:nvCxnSpPr>
        <p:spPr>
          <a:xfrm>
            <a:off x="11752454" y="931496"/>
            <a:ext cx="0" cy="26835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E3C6A15-4597-BCA1-6C42-37C308043A42}"/>
              </a:ext>
            </a:extLst>
          </p:cNvPr>
          <p:cNvCxnSpPr>
            <a:cxnSpLocks/>
          </p:cNvCxnSpPr>
          <p:nvPr/>
        </p:nvCxnSpPr>
        <p:spPr>
          <a:xfrm>
            <a:off x="8645236" y="415636"/>
            <a:ext cx="382491" cy="53239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90A177-392D-E67D-6C88-E25A968E933E}"/>
              </a:ext>
            </a:extLst>
          </p:cNvPr>
          <p:cNvCxnSpPr>
            <a:cxnSpLocks/>
          </p:cNvCxnSpPr>
          <p:nvPr/>
        </p:nvCxnSpPr>
        <p:spPr>
          <a:xfrm flipH="1">
            <a:off x="11752454" y="491948"/>
            <a:ext cx="366052" cy="439547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C64C094-F462-9C92-12E6-70A514E22CD9}"/>
              </a:ext>
            </a:extLst>
          </p:cNvPr>
          <p:cNvCxnSpPr>
            <a:cxnSpLocks/>
          </p:cNvCxnSpPr>
          <p:nvPr/>
        </p:nvCxnSpPr>
        <p:spPr>
          <a:xfrm>
            <a:off x="9027727" y="4119358"/>
            <a:ext cx="0" cy="26835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CC064D4-2A04-0537-5C8C-7189CF4F26A2}"/>
              </a:ext>
            </a:extLst>
          </p:cNvPr>
          <p:cNvCxnSpPr>
            <a:cxnSpLocks/>
          </p:cNvCxnSpPr>
          <p:nvPr/>
        </p:nvCxnSpPr>
        <p:spPr>
          <a:xfrm>
            <a:off x="9039681" y="6786344"/>
            <a:ext cx="272472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AD2FE3B-A117-8C61-410E-FE0339E05AC5}"/>
              </a:ext>
            </a:extLst>
          </p:cNvPr>
          <p:cNvCxnSpPr>
            <a:cxnSpLocks/>
          </p:cNvCxnSpPr>
          <p:nvPr/>
        </p:nvCxnSpPr>
        <p:spPr>
          <a:xfrm>
            <a:off x="11752454" y="4102819"/>
            <a:ext cx="0" cy="26835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6E0C4BA-DCE1-0121-3C0B-5351222BA282}"/>
              </a:ext>
            </a:extLst>
          </p:cNvPr>
          <p:cNvCxnSpPr>
            <a:cxnSpLocks/>
          </p:cNvCxnSpPr>
          <p:nvPr/>
        </p:nvCxnSpPr>
        <p:spPr>
          <a:xfrm>
            <a:off x="8645236" y="3586959"/>
            <a:ext cx="382491" cy="53239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123D839D-C7A3-6C42-0E53-2A52A6409D60}"/>
              </a:ext>
            </a:extLst>
          </p:cNvPr>
          <p:cNvCxnSpPr>
            <a:cxnSpLocks/>
          </p:cNvCxnSpPr>
          <p:nvPr/>
        </p:nvCxnSpPr>
        <p:spPr>
          <a:xfrm flipH="1">
            <a:off x="11752454" y="3663271"/>
            <a:ext cx="366052" cy="43954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Skull outline">
            <a:extLst>
              <a:ext uri="{FF2B5EF4-FFF2-40B4-BE49-F238E27FC236}">
                <a16:creationId xmlns:a16="http://schemas.microsoft.com/office/drawing/2014/main" id="{DD9BB230-5035-BB02-1B51-E16E6332249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493611" y="4322629"/>
            <a:ext cx="1892791" cy="1892791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565E527-48B6-75E1-DFD2-228B54B4A8A7}"/>
              </a:ext>
            </a:extLst>
          </p:cNvPr>
          <p:cNvSpPr txBox="1"/>
          <p:nvPr/>
        </p:nvSpPr>
        <p:spPr>
          <a:xfrm>
            <a:off x="547672" y="4978400"/>
            <a:ext cx="193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7559EFA-3496-0D27-A5BC-08B4F19BCCBB}"/>
              </a:ext>
            </a:extLst>
          </p:cNvPr>
          <p:cNvSpPr txBox="1"/>
          <p:nvPr/>
        </p:nvSpPr>
        <p:spPr>
          <a:xfrm>
            <a:off x="4531177" y="4908806"/>
            <a:ext cx="1043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C4EBE0-2F02-F361-C34E-B9C41FC57DDC}"/>
              </a:ext>
            </a:extLst>
          </p:cNvPr>
          <p:cNvSpPr txBox="1"/>
          <p:nvPr/>
        </p:nvSpPr>
        <p:spPr>
          <a:xfrm>
            <a:off x="8216083" y="1435833"/>
            <a:ext cx="12765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4622C9B-8141-AC47-6D25-D42F3E42065F}"/>
              </a:ext>
            </a:extLst>
          </p:cNvPr>
          <p:cNvSpPr txBox="1"/>
          <p:nvPr/>
        </p:nvSpPr>
        <p:spPr>
          <a:xfrm>
            <a:off x="8216083" y="5347732"/>
            <a:ext cx="1094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d)</a:t>
            </a:r>
          </a:p>
        </p:txBody>
      </p:sp>
    </p:spTree>
    <p:extLst>
      <p:ext uri="{BB962C8B-B14F-4D97-AF65-F5344CB8AC3E}">
        <p14:creationId xmlns:p14="http://schemas.microsoft.com/office/powerpoint/2010/main" val="3643934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Macintosh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Shane Gervais</dc:creator>
  <cp:lastModifiedBy>Shane Gervais</cp:lastModifiedBy>
  <cp:revision>1</cp:revision>
  <dcterms:created xsi:type="dcterms:W3CDTF">2024-11-01T16:09:02Z</dcterms:created>
  <dcterms:modified xsi:type="dcterms:W3CDTF">2024-11-04T14:50:43Z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689301-32b1-463b-ba86-10202492460a_Enabled">
    <vt:lpwstr>true</vt:lpwstr>
  </property>
  <property fmtid="{D5CDD505-2E9C-101B-9397-08002B2CF9AE}" pid="3" name="MSIP_Label_d0689301-32b1-463b-ba86-10202492460a_SetDate">
    <vt:lpwstr>2024-11-04T14:50:43Z</vt:lpwstr>
  </property>
  <property fmtid="{D5CDD505-2E9C-101B-9397-08002B2CF9AE}" pid="4" name="MSIP_Label_d0689301-32b1-463b-ba86-10202492460a_Method">
    <vt:lpwstr>Standard</vt:lpwstr>
  </property>
  <property fmtid="{D5CDD505-2E9C-101B-9397-08002B2CF9AE}" pid="5" name="MSIP_Label_d0689301-32b1-463b-ba86-10202492460a_Name">
    <vt:lpwstr>defa4170-0d19-0005-0003-bc88714345d2</vt:lpwstr>
  </property>
  <property fmtid="{D5CDD505-2E9C-101B-9397-08002B2CF9AE}" pid="6" name="MSIP_Label_d0689301-32b1-463b-ba86-10202492460a_SiteId">
    <vt:lpwstr>810c295f-e817-4c4e-8996-9b66369b8012</vt:lpwstr>
  </property>
  <property fmtid="{D5CDD505-2E9C-101B-9397-08002B2CF9AE}" pid="7" name="MSIP_Label_d0689301-32b1-463b-ba86-10202492460a_ActionId">
    <vt:lpwstr>954b2f80-b4bd-436c-a4dc-84c2a8a4c242</vt:lpwstr>
  </property>
  <property fmtid="{D5CDD505-2E9C-101B-9397-08002B2CF9AE}" pid="8" name="MSIP_Label_d0689301-32b1-463b-ba86-10202492460a_ContentBits">
    <vt:lpwstr>0</vt:lpwstr>
  </property>
</Properties>
</file>